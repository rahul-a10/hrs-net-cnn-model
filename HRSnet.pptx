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9144000" cy="5143500" type="screen16x9"/>
  <p:notesSz cx="6858000" cy="9144000"/>
  <p:embeddedFontLst>
    <p:embeddedFont>
      <p:font typeface="Roboto" panose="020000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cf8757f3d9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cf8757f3d9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cf8757f3d9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cf8757f3d9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cf8757f3d9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cf8757f3d9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cf8757f3d9_1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cf8757f3d9_1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cf8757f3d9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cf8757f3d9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cf8757f3d9_0_2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cf8757f3d9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0D0D0D"/>
                </a:solidFill>
                <a:latin typeface="Roboto"/>
                <a:ea typeface="Roboto"/>
                <a:cs typeface="Roboto"/>
                <a:sym typeface="Roboto"/>
              </a:rPr>
              <a:t>The graph illustrates how the accuracy of HRNet and HRSNet models is influenced by changes in the parameter C. At lower C level HRSNet model have higher accuracy but it converges with HRNet model for at higher c value.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8757f3d9_0_2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8757f3d9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0D0D0D"/>
                </a:solidFill>
                <a:latin typeface="Roboto"/>
                <a:ea typeface="Roboto"/>
                <a:cs typeface="Roboto"/>
                <a:sym typeface="Roboto"/>
              </a:rPr>
              <a:t>Here comparing the training loss for different configurations of a neural network model. Here is the configuration we used. The graph displays higher c value converges faster than lower c values. While there is significant difference in c=2 and c=18 but not a significant improvement form c =18 to c=30.</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cf8757f3d9_0_2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2cf8757f3d9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0D0D0D"/>
                </a:solidFill>
                <a:latin typeface="Roboto"/>
                <a:ea typeface="Roboto"/>
                <a:cs typeface="Roboto"/>
                <a:sym typeface="Roboto"/>
              </a:rPr>
              <a:t>Here is the varying degrees of accuracy, our model has achieved across different classes. It's apparent that the model excels at recognizing simple objects like wardrobes and sunflowers but struggles with more complex classes such as ‘girl’ or ‘otter’. This insight pinpoints the improvements in our training approach to enhance model reliability across all classes. This can be achieved with increasing data sample for lower accuracy class.</a:t>
            </a:r>
            <a:endParaRP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cf8757f3d9_0_2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cf8757f3d9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Designing a better architecture search space for enhanced upper bound performance.</a:t>
            </a:r>
            <a:endParaRPr/>
          </a:p>
          <a:p>
            <a:pPr marL="0" lvl="0" indent="0" algn="l" rtl="0">
              <a:spcBef>
                <a:spcPts val="0"/>
              </a:spcBef>
              <a:spcAft>
                <a:spcPts val="0"/>
              </a:spcAft>
              <a:buClr>
                <a:schemeClr val="dk1"/>
              </a:buClr>
              <a:buSzPts val="1100"/>
              <a:buFont typeface="Arial"/>
              <a:buNone/>
            </a:pPr>
            <a:r>
              <a:rPr lang="en"/>
              <a:t>Benchmarking various hyperparameters for performance optimization.</a:t>
            </a:r>
            <a:endParaRPr/>
          </a:p>
          <a:p>
            <a:pPr marL="0" lvl="0" indent="0" algn="l" rtl="0">
              <a:spcBef>
                <a:spcPts val="0"/>
              </a:spcBef>
              <a:spcAft>
                <a:spcPts val="0"/>
              </a:spcAft>
              <a:buClr>
                <a:schemeClr val="dk1"/>
              </a:buClr>
              <a:buSzPts val="1100"/>
              <a:buFont typeface="Arial"/>
              <a:buNone/>
            </a:pPr>
            <a:r>
              <a:rPr lang="en"/>
              <a:t>Applying the method to a broader range of computer vision tasks.</a:t>
            </a:r>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cf8757f3d9_0_2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cf8757f3d9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685800" y="590550"/>
            <a:ext cx="8001000" cy="857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solidFill>
                  <a:srgbClr val="7A0019"/>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685800" y="2190750"/>
            <a:ext cx="8001000" cy="457200"/>
          </a:xfrm>
          <a:prstGeom prst="rect">
            <a:avLst/>
          </a:prstGeom>
          <a:noFill/>
          <a:ln>
            <a:noFill/>
          </a:ln>
        </p:spPr>
        <p:txBody>
          <a:bodyPr spcFirstLastPara="1" wrap="square" lIns="68575" tIns="34275" rIns="68575" bIns="34275" anchor="t" anchorCtr="0">
            <a:noAutofit/>
          </a:bodyPr>
          <a:lstStyle>
            <a:lvl1pPr marL="457200" lvl="0" indent="-228600" algn="l" rtl="0">
              <a:spcBef>
                <a:spcPts val="360"/>
              </a:spcBef>
              <a:spcAft>
                <a:spcPts val="0"/>
              </a:spcAft>
              <a:buSzPts val="1800"/>
              <a:buFont typeface="Arial"/>
              <a:buNone/>
              <a:defRPr sz="1800">
                <a:solidFill>
                  <a:srgbClr val="595959"/>
                </a:solidFill>
              </a:defRPr>
            </a:lvl1pPr>
            <a:lvl2pPr marL="914400" lvl="1" indent="-228600" algn="l" rtl="0">
              <a:spcBef>
                <a:spcPts val="360"/>
              </a:spcBef>
              <a:spcAft>
                <a:spcPts val="0"/>
              </a:spcAft>
              <a:buSzPts val="1800"/>
              <a:buFont typeface="Arial"/>
              <a:buNone/>
              <a:defRPr sz="1800">
                <a:solidFill>
                  <a:srgbClr val="FFFFFF"/>
                </a:solidFill>
              </a:defRPr>
            </a:lvl2pPr>
            <a:lvl3pPr marL="1371600" lvl="2" indent="-228600" algn="l" rtl="0">
              <a:spcBef>
                <a:spcPts val="360"/>
              </a:spcBef>
              <a:spcAft>
                <a:spcPts val="0"/>
              </a:spcAft>
              <a:buSzPts val="1800"/>
              <a:buFont typeface="Arial"/>
              <a:buNone/>
              <a:defRPr sz="1800">
                <a:solidFill>
                  <a:srgbClr val="FFFFFF"/>
                </a:solidFill>
              </a:defRPr>
            </a:lvl3pPr>
            <a:lvl4pPr marL="1828800" lvl="3" indent="-228600" algn="l" rtl="0">
              <a:spcBef>
                <a:spcPts val="360"/>
              </a:spcBef>
              <a:spcAft>
                <a:spcPts val="0"/>
              </a:spcAft>
              <a:buSzPts val="1800"/>
              <a:buFont typeface="Arial"/>
              <a:buNone/>
              <a:defRPr sz="1800">
                <a:solidFill>
                  <a:srgbClr val="FFFFFF"/>
                </a:solidFill>
              </a:defRPr>
            </a:lvl4pPr>
            <a:lvl5pPr marL="2286000" lvl="4" indent="-228600" algn="l" rtl="0">
              <a:spcBef>
                <a:spcPts val="360"/>
              </a:spcBef>
              <a:spcAft>
                <a:spcPts val="0"/>
              </a:spcAft>
              <a:buSzPts val="1800"/>
              <a:buFont typeface="Arial"/>
              <a:buNone/>
              <a:defRPr sz="1800">
                <a:solidFill>
                  <a:srgbClr val="FFFFFF"/>
                </a:solidFill>
              </a:defRPr>
            </a:lvl5pPr>
            <a:lvl6pPr marL="2743200" lvl="5" indent="-342900" algn="l" rtl="0">
              <a:spcBef>
                <a:spcPts val="360"/>
              </a:spcBef>
              <a:spcAft>
                <a:spcPts val="0"/>
              </a:spcAft>
              <a:buSzPts val="1800"/>
              <a:buChar char="»"/>
              <a:defRPr/>
            </a:lvl6pPr>
            <a:lvl7pPr marL="3200400" lvl="6" indent="-342900" algn="l" rtl="0">
              <a:spcBef>
                <a:spcPts val="360"/>
              </a:spcBef>
              <a:spcAft>
                <a:spcPts val="0"/>
              </a:spcAft>
              <a:buSzPts val="1800"/>
              <a:buChar char="»"/>
              <a:defRPr/>
            </a:lvl7pPr>
            <a:lvl8pPr marL="3657600" lvl="7" indent="-342900" algn="l" rtl="0">
              <a:spcBef>
                <a:spcPts val="360"/>
              </a:spcBef>
              <a:spcAft>
                <a:spcPts val="0"/>
              </a:spcAft>
              <a:buSzPts val="1800"/>
              <a:buChar char="»"/>
              <a:defRPr/>
            </a:lvl8pPr>
            <a:lvl9pPr marL="4114800" lvl="8" indent="-342900" algn="l" rtl="0">
              <a:spcBef>
                <a:spcPts val="360"/>
              </a:spcBef>
              <a:spcAft>
                <a:spcPts val="0"/>
              </a:spcAft>
              <a:buSzPts val="1800"/>
              <a:buChar char="»"/>
              <a:defRPr/>
            </a:lvl9pPr>
          </a:lstStyle>
          <a:p>
            <a:endParaRPr/>
          </a:p>
        </p:txBody>
      </p:sp>
      <p:sp>
        <p:nvSpPr>
          <p:cNvPr id="57" name="Google Shape;57;p14"/>
          <p:cNvSpPr txBox="1">
            <a:spLocks noGrp="1"/>
          </p:cNvSpPr>
          <p:nvPr>
            <p:ph type="body" idx="2"/>
          </p:nvPr>
        </p:nvSpPr>
        <p:spPr>
          <a:xfrm>
            <a:off x="685800" y="2647950"/>
            <a:ext cx="8001000" cy="381000"/>
          </a:xfrm>
          <a:prstGeom prst="rect">
            <a:avLst/>
          </a:prstGeom>
          <a:noFill/>
          <a:ln>
            <a:noFill/>
          </a:ln>
        </p:spPr>
        <p:txBody>
          <a:bodyPr spcFirstLastPara="1" wrap="square" lIns="68575" tIns="34275" rIns="68575" bIns="34275" anchor="t" anchorCtr="0">
            <a:noAutofit/>
          </a:bodyPr>
          <a:lstStyle>
            <a:lvl1pPr marL="457200" lvl="0" indent="-228600" algn="l" rtl="0">
              <a:spcBef>
                <a:spcPts val="240"/>
              </a:spcBef>
              <a:spcAft>
                <a:spcPts val="0"/>
              </a:spcAft>
              <a:buSzPts val="1200"/>
              <a:buFont typeface="Arial"/>
              <a:buNone/>
              <a:defRPr sz="1200">
                <a:solidFill>
                  <a:srgbClr val="595959"/>
                </a:solidFill>
              </a:defRPr>
            </a:lvl1pPr>
            <a:lvl2pPr marL="914400" lvl="1" indent="-228600" algn="l" rtl="0">
              <a:spcBef>
                <a:spcPts val="240"/>
              </a:spcBef>
              <a:spcAft>
                <a:spcPts val="0"/>
              </a:spcAft>
              <a:buSzPts val="1200"/>
              <a:buFont typeface="Arial"/>
              <a:buNone/>
              <a:defRPr sz="1200">
                <a:solidFill>
                  <a:srgbClr val="FFFFFF"/>
                </a:solidFill>
              </a:defRPr>
            </a:lvl2pPr>
            <a:lvl3pPr marL="1371600" lvl="2" indent="-228600" algn="l" rtl="0">
              <a:spcBef>
                <a:spcPts val="240"/>
              </a:spcBef>
              <a:spcAft>
                <a:spcPts val="0"/>
              </a:spcAft>
              <a:buSzPts val="1200"/>
              <a:buFont typeface="Arial"/>
              <a:buNone/>
              <a:defRPr sz="1200">
                <a:solidFill>
                  <a:srgbClr val="FFFFFF"/>
                </a:solidFill>
              </a:defRPr>
            </a:lvl3pPr>
            <a:lvl4pPr marL="1828800" lvl="3" indent="-228600" algn="l" rtl="0">
              <a:spcBef>
                <a:spcPts val="240"/>
              </a:spcBef>
              <a:spcAft>
                <a:spcPts val="0"/>
              </a:spcAft>
              <a:buSzPts val="1200"/>
              <a:buFont typeface="Arial"/>
              <a:buNone/>
              <a:defRPr sz="1200">
                <a:solidFill>
                  <a:srgbClr val="FFFFFF"/>
                </a:solidFill>
              </a:defRPr>
            </a:lvl4pPr>
            <a:lvl5pPr marL="2286000" lvl="4" indent="-228600" algn="l" rtl="0">
              <a:spcBef>
                <a:spcPts val="240"/>
              </a:spcBef>
              <a:spcAft>
                <a:spcPts val="0"/>
              </a:spcAft>
              <a:buSzPts val="1200"/>
              <a:buFont typeface="Arial"/>
              <a:buNone/>
              <a:defRPr sz="1200">
                <a:solidFill>
                  <a:srgbClr val="FFFFFF"/>
                </a:solidFill>
              </a:defRPr>
            </a:lvl5pPr>
            <a:lvl6pPr marL="2743200" lvl="5" indent="-342900" algn="l" rtl="0">
              <a:spcBef>
                <a:spcPts val="360"/>
              </a:spcBef>
              <a:spcAft>
                <a:spcPts val="0"/>
              </a:spcAft>
              <a:buSzPts val="1800"/>
              <a:buChar char="»"/>
              <a:defRPr/>
            </a:lvl6pPr>
            <a:lvl7pPr marL="3200400" lvl="6" indent="-342900" algn="l" rtl="0">
              <a:spcBef>
                <a:spcPts val="360"/>
              </a:spcBef>
              <a:spcAft>
                <a:spcPts val="0"/>
              </a:spcAft>
              <a:buSzPts val="1800"/>
              <a:buChar char="»"/>
              <a:defRPr/>
            </a:lvl7pPr>
            <a:lvl8pPr marL="3657600" lvl="7" indent="-342900" algn="l" rtl="0">
              <a:spcBef>
                <a:spcPts val="360"/>
              </a:spcBef>
              <a:spcAft>
                <a:spcPts val="0"/>
              </a:spcAft>
              <a:buSzPts val="1800"/>
              <a:buChar char="»"/>
              <a:defRPr/>
            </a:lvl8pPr>
            <a:lvl9pPr marL="4114800" lvl="8" indent="-342900" algn="l" rtl="0">
              <a:spcBef>
                <a:spcPts val="360"/>
              </a:spcBef>
              <a:spcAft>
                <a:spcPts val="0"/>
              </a:spcAft>
              <a:buSzPts val="1800"/>
              <a:buChar char="»"/>
              <a:defRPr/>
            </a:lvl9pPr>
          </a:lstStyle>
          <a:p>
            <a:endParaRPr/>
          </a:p>
        </p:txBody>
      </p:sp>
      <p:pic>
        <p:nvPicPr>
          <p:cNvPr id="58" name="Google Shape;58;p14" descr="/Users/ranja/Documents/5-resources/ppt/2018 ppt-with R/new/working files/graphics_HD-title-gold.png"/>
          <p:cNvPicPr preferRelativeResize="0"/>
          <p:nvPr/>
        </p:nvPicPr>
        <p:blipFill rotWithShape="1">
          <a:blip r:embed="rId2">
            <a:alphaModFix/>
          </a:blip>
          <a:srcRect/>
          <a:stretch/>
        </p:blipFill>
        <p:spPr>
          <a:xfrm>
            <a:off x="0" y="3755777"/>
            <a:ext cx="9143996" cy="138303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685800" y="228600"/>
            <a:ext cx="7772400" cy="857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1" name="Google Shape;61;p15"/>
          <p:cNvSpPr txBox="1">
            <a:spLocks noGrp="1"/>
          </p:cNvSpPr>
          <p:nvPr>
            <p:ph type="body" idx="1"/>
          </p:nvPr>
        </p:nvSpPr>
        <p:spPr>
          <a:xfrm>
            <a:off x="685800" y="1314450"/>
            <a:ext cx="7772400" cy="2971800"/>
          </a:xfrm>
          <a:prstGeom prst="rect">
            <a:avLst/>
          </a:prstGeom>
          <a:noFill/>
          <a:ln>
            <a:noFill/>
          </a:ln>
        </p:spPr>
        <p:txBody>
          <a:bodyPr spcFirstLastPara="1" wrap="square" lIns="68575" tIns="34275" rIns="68575" bIns="34275" anchor="t" anchorCtr="0">
            <a:noAutofit/>
          </a:bodyPr>
          <a:lstStyle>
            <a:lvl1pPr marL="457200" lvl="0" indent="-342900" algn="l" rtl="0">
              <a:spcBef>
                <a:spcPts val="360"/>
              </a:spcBef>
              <a:spcAft>
                <a:spcPts val="0"/>
              </a:spcAft>
              <a:buSzPts val="1800"/>
              <a:buChar char="•"/>
              <a:defRPr/>
            </a:lvl1pPr>
            <a:lvl2pPr marL="914400" lvl="1" indent="-342900" algn="l" rtl="0">
              <a:spcBef>
                <a:spcPts val="360"/>
              </a:spcBef>
              <a:spcAft>
                <a:spcPts val="0"/>
              </a:spcAft>
              <a:buSzPts val="1800"/>
              <a:buChar char="–"/>
              <a:defRPr/>
            </a:lvl2pPr>
            <a:lvl3pPr marL="1371600" lvl="2" indent="-342900" algn="l" rtl="0">
              <a:spcBef>
                <a:spcPts val="360"/>
              </a:spcBef>
              <a:spcAft>
                <a:spcPts val="0"/>
              </a:spcAft>
              <a:buSzPts val="1800"/>
              <a:buChar char="•"/>
              <a:defRPr/>
            </a:lvl3pPr>
            <a:lvl4pPr marL="1828800" lvl="3" indent="-342900" algn="l" rtl="0">
              <a:spcBef>
                <a:spcPts val="360"/>
              </a:spcBef>
              <a:spcAft>
                <a:spcPts val="0"/>
              </a:spcAft>
              <a:buSzPts val="1800"/>
              <a:buChar char="–"/>
              <a:defRPr/>
            </a:lvl4pPr>
            <a:lvl5pPr marL="2286000" lvl="4" indent="-342900" algn="l" rtl="0">
              <a:spcBef>
                <a:spcPts val="360"/>
              </a:spcBef>
              <a:spcAft>
                <a:spcPts val="0"/>
              </a:spcAft>
              <a:buSzPts val="1800"/>
              <a:buChar char="»"/>
              <a:defRPr/>
            </a:lvl5pPr>
            <a:lvl6pPr marL="2743200" lvl="5" indent="-342900" algn="l" rtl="0">
              <a:spcBef>
                <a:spcPts val="360"/>
              </a:spcBef>
              <a:spcAft>
                <a:spcPts val="0"/>
              </a:spcAft>
              <a:buSzPts val="1800"/>
              <a:buChar char="»"/>
              <a:defRPr/>
            </a:lvl6pPr>
            <a:lvl7pPr marL="3200400" lvl="6" indent="-342900" algn="l" rtl="0">
              <a:spcBef>
                <a:spcPts val="360"/>
              </a:spcBef>
              <a:spcAft>
                <a:spcPts val="0"/>
              </a:spcAft>
              <a:buSzPts val="1800"/>
              <a:buChar char="»"/>
              <a:defRPr/>
            </a:lvl7pPr>
            <a:lvl8pPr marL="3657600" lvl="7" indent="-342900" algn="l" rtl="0">
              <a:spcBef>
                <a:spcPts val="360"/>
              </a:spcBef>
              <a:spcAft>
                <a:spcPts val="0"/>
              </a:spcAft>
              <a:buSzPts val="1800"/>
              <a:buChar char="»"/>
              <a:defRPr/>
            </a:lvl8pPr>
            <a:lvl9pPr marL="4114800" lvl="8" indent="-342900" algn="l" rtl="0">
              <a:spcBef>
                <a:spcPts val="360"/>
              </a:spcBef>
              <a:spcAft>
                <a:spcPts val="0"/>
              </a:spcAft>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722313" y="3305179"/>
            <a:ext cx="7772400" cy="1021500"/>
          </a:xfrm>
          <a:prstGeom prst="rect">
            <a:avLst/>
          </a:prstGeom>
          <a:noFill/>
          <a:ln>
            <a:noFill/>
          </a:ln>
        </p:spPr>
        <p:txBody>
          <a:bodyPr spcFirstLastPara="1" wrap="square" lIns="68575" tIns="34275" rIns="68575" bIns="34275" anchor="t" anchorCtr="0">
            <a:noAutofit/>
          </a:bodyPr>
          <a:lstStyle>
            <a:lvl1pPr lvl="0" algn="l" rtl="0">
              <a:spcBef>
                <a:spcPts val="0"/>
              </a:spcBef>
              <a:spcAft>
                <a:spcPts val="0"/>
              </a:spcAft>
              <a:buSzPts val="1400"/>
              <a:buNone/>
              <a:defRPr sz="3000" b="0" i="0" cap="none"/>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5" name="Google Shape;65;p17"/>
          <p:cNvSpPr txBox="1">
            <a:spLocks noGrp="1"/>
          </p:cNvSpPr>
          <p:nvPr>
            <p:ph type="body" idx="1"/>
          </p:nvPr>
        </p:nvSpPr>
        <p:spPr>
          <a:xfrm>
            <a:off x="722313" y="2180035"/>
            <a:ext cx="7772400" cy="1125000"/>
          </a:xfrm>
          <a:prstGeom prst="rect">
            <a:avLst/>
          </a:prstGeom>
          <a:noFill/>
          <a:ln>
            <a:noFill/>
          </a:ln>
        </p:spPr>
        <p:txBody>
          <a:bodyPr spcFirstLastPara="1" wrap="square" lIns="68575" tIns="34275" rIns="68575" bIns="34275" anchor="b" anchorCtr="0">
            <a:noAutofit/>
          </a:bodyPr>
          <a:lstStyle>
            <a:lvl1pPr marL="457200" lvl="0" indent="-228600" algn="l" rtl="0">
              <a:spcBef>
                <a:spcPts val="300"/>
              </a:spcBef>
              <a:spcAft>
                <a:spcPts val="0"/>
              </a:spcAft>
              <a:buSzPts val="1500"/>
              <a:buFont typeface="Arial"/>
              <a:buNone/>
              <a:defRPr sz="1500"/>
            </a:lvl1pPr>
            <a:lvl2pPr marL="914400" lvl="1" indent="-228600" algn="l" rtl="0">
              <a:spcBef>
                <a:spcPts val="280"/>
              </a:spcBef>
              <a:spcAft>
                <a:spcPts val="0"/>
              </a:spcAft>
              <a:buSzPts val="1400"/>
              <a:buFont typeface="Arial"/>
              <a:buNone/>
              <a:defRPr sz="1400"/>
            </a:lvl2pPr>
            <a:lvl3pPr marL="1371600" lvl="2" indent="-228600" algn="l" rtl="0">
              <a:spcBef>
                <a:spcPts val="240"/>
              </a:spcBef>
              <a:spcAft>
                <a:spcPts val="0"/>
              </a:spcAft>
              <a:buSzPts val="1200"/>
              <a:buFont typeface="Arial"/>
              <a:buNone/>
              <a:defRPr sz="1200"/>
            </a:lvl3pPr>
            <a:lvl4pPr marL="1828800" lvl="3" indent="-228600" algn="l" rtl="0">
              <a:spcBef>
                <a:spcPts val="220"/>
              </a:spcBef>
              <a:spcAft>
                <a:spcPts val="0"/>
              </a:spcAft>
              <a:buSzPts val="1100"/>
              <a:buFont typeface="Arial"/>
              <a:buNone/>
              <a:defRPr sz="1100"/>
            </a:lvl4pPr>
            <a:lvl5pPr marL="2286000" lvl="4" indent="-228600" algn="l" rtl="0">
              <a:spcBef>
                <a:spcPts val="220"/>
              </a:spcBef>
              <a:spcAft>
                <a:spcPts val="0"/>
              </a:spcAft>
              <a:buSzPts val="1100"/>
              <a:buFont typeface="Arial"/>
              <a:buNone/>
              <a:defRPr sz="1100"/>
            </a:lvl5pPr>
            <a:lvl6pPr marL="2743200" lvl="5" indent="-228600" algn="l" rtl="0">
              <a:spcBef>
                <a:spcPts val="220"/>
              </a:spcBef>
              <a:spcAft>
                <a:spcPts val="0"/>
              </a:spcAft>
              <a:buSzPts val="1100"/>
              <a:buFont typeface="Arial"/>
              <a:buNone/>
              <a:defRPr sz="1100"/>
            </a:lvl6pPr>
            <a:lvl7pPr marL="3200400" lvl="6" indent="-228600" algn="l" rtl="0">
              <a:spcBef>
                <a:spcPts val="220"/>
              </a:spcBef>
              <a:spcAft>
                <a:spcPts val="0"/>
              </a:spcAft>
              <a:buSzPts val="1100"/>
              <a:buFont typeface="Arial"/>
              <a:buNone/>
              <a:defRPr sz="1100"/>
            </a:lvl7pPr>
            <a:lvl8pPr marL="3657600" lvl="7" indent="-228600" algn="l" rtl="0">
              <a:spcBef>
                <a:spcPts val="220"/>
              </a:spcBef>
              <a:spcAft>
                <a:spcPts val="0"/>
              </a:spcAft>
              <a:buSzPts val="1100"/>
              <a:buFont typeface="Arial"/>
              <a:buNone/>
              <a:defRPr sz="1100"/>
            </a:lvl8pPr>
            <a:lvl9pPr marL="4114800" lvl="8" indent="-228600" algn="l" rtl="0">
              <a:spcBef>
                <a:spcPts val="220"/>
              </a:spcBef>
              <a:spcAft>
                <a:spcPts val="0"/>
              </a:spcAft>
              <a:buSzPts val="1100"/>
              <a:buFont typeface="Arial"/>
              <a:buNone/>
              <a:defRPr sz="11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685800" y="228600"/>
            <a:ext cx="7772400" cy="857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8" name="Google Shape;68;p18"/>
          <p:cNvSpPr txBox="1">
            <a:spLocks noGrp="1"/>
          </p:cNvSpPr>
          <p:nvPr>
            <p:ph type="body" idx="1"/>
          </p:nvPr>
        </p:nvSpPr>
        <p:spPr>
          <a:xfrm>
            <a:off x="685800" y="1314450"/>
            <a:ext cx="3810000" cy="2971800"/>
          </a:xfrm>
          <a:prstGeom prst="rect">
            <a:avLst/>
          </a:prstGeom>
          <a:noFill/>
          <a:ln>
            <a:noFill/>
          </a:ln>
        </p:spPr>
        <p:txBody>
          <a:bodyPr spcFirstLastPara="1" wrap="square" lIns="68575" tIns="34275" rIns="68575" bIns="34275" anchor="t" anchorCtr="0">
            <a:noAutofit/>
          </a:bodyPr>
          <a:lstStyle>
            <a:lvl1pPr marL="457200" lvl="0" indent="-361950" algn="l" rtl="0">
              <a:spcBef>
                <a:spcPts val="420"/>
              </a:spcBef>
              <a:spcAft>
                <a:spcPts val="0"/>
              </a:spcAft>
              <a:buSzPts val="2100"/>
              <a:buFont typeface="Arial"/>
              <a:buChar char="•"/>
              <a:defRPr sz="2100"/>
            </a:lvl1pPr>
            <a:lvl2pPr marL="914400" lvl="1" indent="-342900" algn="l" rtl="0">
              <a:spcBef>
                <a:spcPts val="360"/>
              </a:spcBef>
              <a:spcAft>
                <a:spcPts val="0"/>
              </a:spcAft>
              <a:buSzPts val="1800"/>
              <a:buFont typeface="Arial"/>
              <a:buChar char="–"/>
              <a:defRPr sz="1800"/>
            </a:lvl2pPr>
            <a:lvl3pPr marL="1371600" lvl="2" indent="-323850" algn="l" rtl="0">
              <a:spcBef>
                <a:spcPts val="300"/>
              </a:spcBef>
              <a:spcAft>
                <a:spcPts val="0"/>
              </a:spcAft>
              <a:buSzPts val="1500"/>
              <a:buFont typeface="Arial"/>
              <a:buChar char="•"/>
              <a:defRPr sz="1500"/>
            </a:lvl3pPr>
            <a:lvl4pPr marL="1828800" lvl="3" indent="-317500" algn="l" rtl="0">
              <a:spcBef>
                <a:spcPts val="280"/>
              </a:spcBef>
              <a:spcAft>
                <a:spcPts val="0"/>
              </a:spcAft>
              <a:buSzPts val="1400"/>
              <a:buFont typeface="Arial"/>
              <a:buChar char="–"/>
              <a:defRPr sz="1400"/>
            </a:lvl4pPr>
            <a:lvl5pPr marL="2286000" lvl="4" indent="-317500" algn="l" rtl="0">
              <a:spcBef>
                <a:spcPts val="280"/>
              </a:spcBef>
              <a:spcAft>
                <a:spcPts val="0"/>
              </a:spcAft>
              <a:buSzPts val="1400"/>
              <a:buFont typeface="Arial"/>
              <a:buChar char="»"/>
              <a:defRPr sz="1400"/>
            </a:lvl5pPr>
            <a:lvl6pPr marL="2743200" lvl="5" indent="-317500" algn="l" rtl="0">
              <a:spcBef>
                <a:spcPts val="280"/>
              </a:spcBef>
              <a:spcAft>
                <a:spcPts val="0"/>
              </a:spcAft>
              <a:buSzPts val="1400"/>
              <a:buFont typeface="Arial"/>
              <a:buChar char="»"/>
              <a:defRPr sz="1400"/>
            </a:lvl6pPr>
            <a:lvl7pPr marL="3200400" lvl="6" indent="-317500" algn="l" rtl="0">
              <a:spcBef>
                <a:spcPts val="280"/>
              </a:spcBef>
              <a:spcAft>
                <a:spcPts val="0"/>
              </a:spcAft>
              <a:buSzPts val="1400"/>
              <a:buFont typeface="Arial"/>
              <a:buChar char="»"/>
              <a:defRPr sz="1400"/>
            </a:lvl7pPr>
            <a:lvl8pPr marL="3657600" lvl="7" indent="-317500" algn="l" rtl="0">
              <a:spcBef>
                <a:spcPts val="280"/>
              </a:spcBef>
              <a:spcAft>
                <a:spcPts val="0"/>
              </a:spcAft>
              <a:buSzPts val="1400"/>
              <a:buFont typeface="Arial"/>
              <a:buChar char="»"/>
              <a:defRPr sz="1400"/>
            </a:lvl8pPr>
            <a:lvl9pPr marL="4114800" lvl="8" indent="-317500" algn="l" rtl="0">
              <a:spcBef>
                <a:spcPts val="280"/>
              </a:spcBef>
              <a:spcAft>
                <a:spcPts val="0"/>
              </a:spcAft>
              <a:buSzPts val="1400"/>
              <a:buFont typeface="Arial"/>
              <a:buChar char="»"/>
              <a:defRPr sz="1400"/>
            </a:lvl9pPr>
          </a:lstStyle>
          <a:p>
            <a:endParaRPr/>
          </a:p>
        </p:txBody>
      </p:sp>
      <p:sp>
        <p:nvSpPr>
          <p:cNvPr id="69" name="Google Shape;69;p18"/>
          <p:cNvSpPr txBox="1">
            <a:spLocks noGrp="1"/>
          </p:cNvSpPr>
          <p:nvPr>
            <p:ph type="body" idx="2"/>
          </p:nvPr>
        </p:nvSpPr>
        <p:spPr>
          <a:xfrm>
            <a:off x="4648200" y="1314450"/>
            <a:ext cx="3810000" cy="2971800"/>
          </a:xfrm>
          <a:prstGeom prst="rect">
            <a:avLst/>
          </a:prstGeom>
          <a:noFill/>
          <a:ln>
            <a:noFill/>
          </a:ln>
        </p:spPr>
        <p:txBody>
          <a:bodyPr spcFirstLastPara="1" wrap="square" lIns="68575" tIns="34275" rIns="68575" bIns="34275" anchor="t" anchorCtr="0">
            <a:noAutofit/>
          </a:bodyPr>
          <a:lstStyle>
            <a:lvl1pPr marL="457200" lvl="0" indent="-361950" algn="l" rtl="0">
              <a:spcBef>
                <a:spcPts val="420"/>
              </a:spcBef>
              <a:spcAft>
                <a:spcPts val="0"/>
              </a:spcAft>
              <a:buSzPts val="2100"/>
              <a:buFont typeface="Arial"/>
              <a:buChar char="•"/>
              <a:defRPr sz="2100"/>
            </a:lvl1pPr>
            <a:lvl2pPr marL="914400" lvl="1" indent="-342900" algn="l" rtl="0">
              <a:spcBef>
                <a:spcPts val="360"/>
              </a:spcBef>
              <a:spcAft>
                <a:spcPts val="0"/>
              </a:spcAft>
              <a:buSzPts val="1800"/>
              <a:buFont typeface="Arial"/>
              <a:buChar char="–"/>
              <a:defRPr sz="1800"/>
            </a:lvl2pPr>
            <a:lvl3pPr marL="1371600" lvl="2" indent="-323850" algn="l" rtl="0">
              <a:spcBef>
                <a:spcPts val="300"/>
              </a:spcBef>
              <a:spcAft>
                <a:spcPts val="0"/>
              </a:spcAft>
              <a:buSzPts val="1500"/>
              <a:buFont typeface="Arial"/>
              <a:buChar char="•"/>
              <a:defRPr sz="1500"/>
            </a:lvl3pPr>
            <a:lvl4pPr marL="1828800" lvl="3" indent="-317500" algn="l" rtl="0">
              <a:spcBef>
                <a:spcPts val="280"/>
              </a:spcBef>
              <a:spcAft>
                <a:spcPts val="0"/>
              </a:spcAft>
              <a:buSzPts val="1400"/>
              <a:buFont typeface="Arial"/>
              <a:buChar char="–"/>
              <a:defRPr sz="1400"/>
            </a:lvl4pPr>
            <a:lvl5pPr marL="2286000" lvl="4" indent="-317500" algn="l" rtl="0">
              <a:spcBef>
                <a:spcPts val="280"/>
              </a:spcBef>
              <a:spcAft>
                <a:spcPts val="0"/>
              </a:spcAft>
              <a:buSzPts val="1400"/>
              <a:buFont typeface="Arial"/>
              <a:buChar char="»"/>
              <a:defRPr sz="1400"/>
            </a:lvl5pPr>
            <a:lvl6pPr marL="2743200" lvl="5" indent="-317500" algn="l" rtl="0">
              <a:spcBef>
                <a:spcPts val="280"/>
              </a:spcBef>
              <a:spcAft>
                <a:spcPts val="0"/>
              </a:spcAft>
              <a:buSzPts val="1400"/>
              <a:buFont typeface="Arial"/>
              <a:buChar char="»"/>
              <a:defRPr sz="1400"/>
            </a:lvl6pPr>
            <a:lvl7pPr marL="3200400" lvl="6" indent="-317500" algn="l" rtl="0">
              <a:spcBef>
                <a:spcPts val="280"/>
              </a:spcBef>
              <a:spcAft>
                <a:spcPts val="0"/>
              </a:spcAft>
              <a:buSzPts val="1400"/>
              <a:buFont typeface="Arial"/>
              <a:buChar char="»"/>
              <a:defRPr sz="1400"/>
            </a:lvl7pPr>
            <a:lvl8pPr marL="3657600" lvl="7" indent="-317500" algn="l" rtl="0">
              <a:spcBef>
                <a:spcPts val="280"/>
              </a:spcBef>
              <a:spcAft>
                <a:spcPts val="0"/>
              </a:spcAft>
              <a:buSzPts val="1400"/>
              <a:buFont typeface="Arial"/>
              <a:buChar char="»"/>
              <a:defRPr sz="1400"/>
            </a:lvl8pPr>
            <a:lvl9pPr marL="4114800" lvl="8" indent="-317500" algn="l" rtl="0">
              <a:spcBef>
                <a:spcPts val="280"/>
              </a:spcBef>
              <a:spcAft>
                <a:spcPts val="0"/>
              </a:spcAft>
              <a:buSzPts val="1400"/>
              <a:buFont typeface="Arial"/>
              <a:buChar char="»"/>
              <a:defRPr sz="14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a:off x="457200" y="205979"/>
            <a:ext cx="8229600" cy="857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2" name="Google Shape;72;p19"/>
          <p:cNvSpPr txBox="1">
            <a:spLocks noGrp="1"/>
          </p:cNvSpPr>
          <p:nvPr>
            <p:ph type="body" idx="1"/>
          </p:nvPr>
        </p:nvSpPr>
        <p:spPr>
          <a:xfrm>
            <a:off x="457200" y="1151338"/>
            <a:ext cx="4040100" cy="479700"/>
          </a:xfrm>
          <a:prstGeom prst="rect">
            <a:avLst/>
          </a:prstGeom>
          <a:noFill/>
          <a:ln>
            <a:noFill/>
          </a:ln>
        </p:spPr>
        <p:txBody>
          <a:bodyPr spcFirstLastPara="1" wrap="square" lIns="68575" tIns="34275" rIns="68575" bIns="34275" anchor="b" anchorCtr="0">
            <a:noAutofit/>
          </a:bodyPr>
          <a:lstStyle>
            <a:lvl1pPr marL="457200" lvl="0" indent="-228600" algn="l" rtl="0">
              <a:spcBef>
                <a:spcPts val="360"/>
              </a:spcBef>
              <a:spcAft>
                <a:spcPts val="0"/>
              </a:spcAft>
              <a:buSzPts val="1800"/>
              <a:buFont typeface="Arial"/>
              <a:buNone/>
              <a:defRPr sz="1800" b="1"/>
            </a:lvl1pPr>
            <a:lvl2pPr marL="914400" lvl="1" indent="-228600" algn="l" rtl="0">
              <a:spcBef>
                <a:spcPts val="300"/>
              </a:spcBef>
              <a:spcAft>
                <a:spcPts val="0"/>
              </a:spcAft>
              <a:buSzPts val="1500"/>
              <a:buFont typeface="Arial"/>
              <a:buNone/>
              <a:defRPr sz="1500" b="1"/>
            </a:lvl2pPr>
            <a:lvl3pPr marL="1371600" lvl="2" indent="-228600" algn="l" rtl="0">
              <a:spcBef>
                <a:spcPts val="280"/>
              </a:spcBef>
              <a:spcAft>
                <a:spcPts val="0"/>
              </a:spcAft>
              <a:buSzPts val="1400"/>
              <a:buFont typeface="Arial"/>
              <a:buNone/>
              <a:defRPr sz="1400" b="1"/>
            </a:lvl3pPr>
            <a:lvl4pPr marL="1828800" lvl="3" indent="-228600" algn="l" rtl="0">
              <a:spcBef>
                <a:spcPts val="240"/>
              </a:spcBef>
              <a:spcAft>
                <a:spcPts val="0"/>
              </a:spcAft>
              <a:buSzPts val="1200"/>
              <a:buFont typeface="Arial"/>
              <a:buNone/>
              <a:defRPr sz="1200" b="1"/>
            </a:lvl4pPr>
            <a:lvl5pPr marL="2286000" lvl="4" indent="-228600" algn="l" rtl="0">
              <a:spcBef>
                <a:spcPts val="240"/>
              </a:spcBef>
              <a:spcAft>
                <a:spcPts val="0"/>
              </a:spcAft>
              <a:buSzPts val="1200"/>
              <a:buFont typeface="Arial"/>
              <a:buNone/>
              <a:defRPr sz="1200" b="1"/>
            </a:lvl5pPr>
            <a:lvl6pPr marL="2743200" lvl="5" indent="-228600" algn="l" rtl="0">
              <a:spcBef>
                <a:spcPts val="240"/>
              </a:spcBef>
              <a:spcAft>
                <a:spcPts val="0"/>
              </a:spcAft>
              <a:buSzPts val="1200"/>
              <a:buFont typeface="Arial"/>
              <a:buNone/>
              <a:defRPr sz="1200" b="1"/>
            </a:lvl6pPr>
            <a:lvl7pPr marL="3200400" lvl="6" indent="-228600" algn="l" rtl="0">
              <a:spcBef>
                <a:spcPts val="240"/>
              </a:spcBef>
              <a:spcAft>
                <a:spcPts val="0"/>
              </a:spcAft>
              <a:buSzPts val="1200"/>
              <a:buFont typeface="Arial"/>
              <a:buNone/>
              <a:defRPr sz="1200" b="1"/>
            </a:lvl7pPr>
            <a:lvl8pPr marL="3657600" lvl="7" indent="-228600" algn="l" rtl="0">
              <a:spcBef>
                <a:spcPts val="240"/>
              </a:spcBef>
              <a:spcAft>
                <a:spcPts val="0"/>
              </a:spcAft>
              <a:buSzPts val="1200"/>
              <a:buFont typeface="Arial"/>
              <a:buNone/>
              <a:defRPr sz="1200" b="1"/>
            </a:lvl8pPr>
            <a:lvl9pPr marL="4114800" lvl="8" indent="-228600" algn="l" rtl="0">
              <a:spcBef>
                <a:spcPts val="240"/>
              </a:spcBef>
              <a:spcAft>
                <a:spcPts val="0"/>
              </a:spcAft>
              <a:buSzPts val="1200"/>
              <a:buFont typeface="Arial"/>
              <a:buNone/>
              <a:defRPr sz="1200" b="1"/>
            </a:lvl9pPr>
          </a:lstStyle>
          <a:p>
            <a:endParaRPr/>
          </a:p>
        </p:txBody>
      </p:sp>
      <p:sp>
        <p:nvSpPr>
          <p:cNvPr id="73" name="Google Shape;73;p19"/>
          <p:cNvSpPr txBox="1">
            <a:spLocks noGrp="1"/>
          </p:cNvSpPr>
          <p:nvPr>
            <p:ph type="body" idx="2"/>
          </p:nvPr>
        </p:nvSpPr>
        <p:spPr>
          <a:xfrm>
            <a:off x="457200" y="1631156"/>
            <a:ext cx="4040100" cy="2963400"/>
          </a:xfrm>
          <a:prstGeom prst="rect">
            <a:avLst/>
          </a:prstGeom>
          <a:noFill/>
          <a:ln>
            <a:noFill/>
          </a:ln>
        </p:spPr>
        <p:txBody>
          <a:bodyPr spcFirstLastPara="1" wrap="square" lIns="68575" tIns="34275" rIns="68575" bIns="34275" anchor="t" anchorCtr="0">
            <a:noAutofit/>
          </a:bodyPr>
          <a:lstStyle>
            <a:lvl1pPr marL="457200" lvl="0" indent="-342900" algn="l" rtl="0">
              <a:spcBef>
                <a:spcPts val="360"/>
              </a:spcBef>
              <a:spcAft>
                <a:spcPts val="0"/>
              </a:spcAft>
              <a:buSzPts val="1800"/>
              <a:buFont typeface="Arial"/>
              <a:buChar char="•"/>
              <a:defRPr sz="1800"/>
            </a:lvl1pPr>
            <a:lvl2pPr marL="914400" lvl="1" indent="-323850" algn="l" rtl="0">
              <a:spcBef>
                <a:spcPts val="300"/>
              </a:spcBef>
              <a:spcAft>
                <a:spcPts val="0"/>
              </a:spcAft>
              <a:buSzPts val="1500"/>
              <a:buFont typeface="Arial"/>
              <a:buChar char="–"/>
              <a:defRPr sz="1500"/>
            </a:lvl2pPr>
            <a:lvl3pPr marL="1371600" lvl="2" indent="-317500" algn="l" rtl="0">
              <a:spcBef>
                <a:spcPts val="280"/>
              </a:spcBef>
              <a:spcAft>
                <a:spcPts val="0"/>
              </a:spcAft>
              <a:buSzPts val="1400"/>
              <a:buFont typeface="Arial"/>
              <a:buChar char="•"/>
              <a:defRPr sz="1400"/>
            </a:lvl3pPr>
            <a:lvl4pPr marL="1828800" lvl="3" indent="-304800" algn="l" rtl="0">
              <a:spcBef>
                <a:spcPts val="240"/>
              </a:spcBef>
              <a:spcAft>
                <a:spcPts val="0"/>
              </a:spcAft>
              <a:buSzPts val="1200"/>
              <a:buFont typeface="Arial"/>
              <a:buChar char="–"/>
              <a:defRPr sz="1200"/>
            </a:lvl4pPr>
            <a:lvl5pPr marL="2286000" lvl="4" indent="-304800" algn="l" rtl="0">
              <a:spcBef>
                <a:spcPts val="240"/>
              </a:spcBef>
              <a:spcAft>
                <a:spcPts val="0"/>
              </a:spcAft>
              <a:buSzPts val="1200"/>
              <a:buFont typeface="Arial"/>
              <a:buChar char="»"/>
              <a:defRPr sz="1200"/>
            </a:lvl5pPr>
            <a:lvl6pPr marL="2743200" lvl="5" indent="-304800" algn="l" rtl="0">
              <a:spcBef>
                <a:spcPts val="240"/>
              </a:spcBef>
              <a:spcAft>
                <a:spcPts val="0"/>
              </a:spcAft>
              <a:buSzPts val="1200"/>
              <a:buFont typeface="Arial"/>
              <a:buChar char="»"/>
              <a:defRPr sz="1200"/>
            </a:lvl6pPr>
            <a:lvl7pPr marL="3200400" lvl="6" indent="-304800" algn="l" rtl="0">
              <a:spcBef>
                <a:spcPts val="240"/>
              </a:spcBef>
              <a:spcAft>
                <a:spcPts val="0"/>
              </a:spcAft>
              <a:buSzPts val="1200"/>
              <a:buFont typeface="Arial"/>
              <a:buChar char="»"/>
              <a:defRPr sz="1200"/>
            </a:lvl7pPr>
            <a:lvl8pPr marL="3657600" lvl="7" indent="-304800" algn="l" rtl="0">
              <a:spcBef>
                <a:spcPts val="240"/>
              </a:spcBef>
              <a:spcAft>
                <a:spcPts val="0"/>
              </a:spcAft>
              <a:buSzPts val="1200"/>
              <a:buFont typeface="Arial"/>
              <a:buChar char="»"/>
              <a:defRPr sz="1200"/>
            </a:lvl8pPr>
            <a:lvl9pPr marL="4114800" lvl="8" indent="-304800" algn="l" rtl="0">
              <a:spcBef>
                <a:spcPts val="240"/>
              </a:spcBef>
              <a:spcAft>
                <a:spcPts val="0"/>
              </a:spcAft>
              <a:buSzPts val="1200"/>
              <a:buFont typeface="Arial"/>
              <a:buChar char="»"/>
              <a:defRPr sz="1200"/>
            </a:lvl9pPr>
          </a:lstStyle>
          <a:p>
            <a:endParaRPr/>
          </a:p>
        </p:txBody>
      </p:sp>
      <p:sp>
        <p:nvSpPr>
          <p:cNvPr id="74" name="Google Shape;74;p19"/>
          <p:cNvSpPr txBox="1">
            <a:spLocks noGrp="1"/>
          </p:cNvSpPr>
          <p:nvPr>
            <p:ph type="body" idx="3"/>
          </p:nvPr>
        </p:nvSpPr>
        <p:spPr>
          <a:xfrm>
            <a:off x="4645027" y="1151338"/>
            <a:ext cx="4041900" cy="479700"/>
          </a:xfrm>
          <a:prstGeom prst="rect">
            <a:avLst/>
          </a:prstGeom>
          <a:noFill/>
          <a:ln>
            <a:noFill/>
          </a:ln>
        </p:spPr>
        <p:txBody>
          <a:bodyPr spcFirstLastPara="1" wrap="square" lIns="68575" tIns="34275" rIns="68575" bIns="34275" anchor="b" anchorCtr="0">
            <a:noAutofit/>
          </a:bodyPr>
          <a:lstStyle>
            <a:lvl1pPr marL="457200" lvl="0" indent="-228600" algn="l" rtl="0">
              <a:spcBef>
                <a:spcPts val="360"/>
              </a:spcBef>
              <a:spcAft>
                <a:spcPts val="0"/>
              </a:spcAft>
              <a:buSzPts val="1800"/>
              <a:buFont typeface="Arial"/>
              <a:buNone/>
              <a:defRPr sz="1800" b="1"/>
            </a:lvl1pPr>
            <a:lvl2pPr marL="914400" lvl="1" indent="-228600" algn="l" rtl="0">
              <a:spcBef>
                <a:spcPts val="300"/>
              </a:spcBef>
              <a:spcAft>
                <a:spcPts val="0"/>
              </a:spcAft>
              <a:buSzPts val="1500"/>
              <a:buFont typeface="Arial"/>
              <a:buNone/>
              <a:defRPr sz="1500" b="1"/>
            </a:lvl2pPr>
            <a:lvl3pPr marL="1371600" lvl="2" indent="-228600" algn="l" rtl="0">
              <a:spcBef>
                <a:spcPts val="280"/>
              </a:spcBef>
              <a:spcAft>
                <a:spcPts val="0"/>
              </a:spcAft>
              <a:buSzPts val="1400"/>
              <a:buFont typeface="Arial"/>
              <a:buNone/>
              <a:defRPr sz="1400" b="1"/>
            </a:lvl3pPr>
            <a:lvl4pPr marL="1828800" lvl="3" indent="-228600" algn="l" rtl="0">
              <a:spcBef>
                <a:spcPts val="240"/>
              </a:spcBef>
              <a:spcAft>
                <a:spcPts val="0"/>
              </a:spcAft>
              <a:buSzPts val="1200"/>
              <a:buFont typeface="Arial"/>
              <a:buNone/>
              <a:defRPr sz="1200" b="1"/>
            </a:lvl4pPr>
            <a:lvl5pPr marL="2286000" lvl="4" indent="-228600" algn="l" rtl="0">
              <a:spcBef>
                <a:spcPts val="240"/>
              </a:spcBef>
              <a:spcAft>
                <a:spcPts val="0"/>
              </a:spcAft>
              <a:buSzPts val="1200"/>
              <a:buFont typeface="Arial"/>
              <a:buNone/>
              <a:defRPr sz="1200" b="1"/>
            </a:lvl5pPr>
            <a:lvl6pPr marL="2743200" lvl="5" indent="-228600" algn="l" rtl="0">
              <a:spcBef>
                <a:spcPts val="240"/>
              </a:spcBef>
              <a:spcAft>
                <a:spcPts val="0"/>
              </a:spcAft>
              <a:buSzPts val="1200"/>
              <a:buFont typeface="Arial"/>
              <a:buNone/>
              <a:defRPr sz="1200" b="1"/>
            </a:lvl6pPr>
            <a:lvl7pPr marL="3200400" lvl="6" indent="-228600" algn="l" rtl="0">
              <a:spcBef>
                <a:spcPts val="240"/>
              </a:spcBef>
              <a:spcAft>
                <a:spcPts val="0"/>
              </a:spcAft>
              <a:buSzPts val="1200"/>
              <a:buFont typeface="Arial"/>
              <a:buNone/>
              <a:defRPr sz="1200" b="1"/>
            </a:lvl7pPr>
            <a:lvl8pPr marL="3657600" lvl="7" indent="-228600" algn="l" rtl="0">
              <a:spcBef>
                <a:spcPts val="240"/>
              </a:spcBef>
              <a:spcAft>
                <a:spcPts val="0"/>
              </a:spcAft>
              <a:buSzPts val="1200"/>
              <a:buFont typeface="Arial"/>
              <a:buNone/>
              <a:defRPr sz="1200" b="1"/>
            </a:lvl8pPr>
            <a:lvl9pPr marL="4114800" lvl="8" indent="-228600" algn="l" rtl="0">
              <a:spcBef>
                <a:spcPts val="240"/>
              </a:spcBef>
              <a:spcAft>
                <a:spcPts val="0"/>
              </a:spcAft>
              <a:buSzPts val="1200"/>
              <a:buFont typeface="Arial"/>
              <a:buNone/>
              <a:defRPr sz="1200" b="1"/>
            </a:lvl9pPr>
          </a:lstStyle>
          <a:p>
            <a:endParaRPr/>
          </a:p>
        </p:txBody>
      </p:sp>
      <p:sp>
        <p:nvSpPr>
          <p:cNvPr id="75" name="Google Shape;75;p19"/>
          <p:cNvSpPr txBox="1">
            <a:spLocks noGrp="1"/>
          </p:cNvSpPr>
          <p:nvPr>
            <p:ph type="body" idx="4"/>
          </p:nvPr>
        </p:nvSpPr>
        <p:spPr>
          <a:xfrm>
            <a:off x="4645027" y="1631156"/>
            <a:ext cx="4041900" cy="2963400"/>
          </a:xfrm>
          <a:prstGeom prst="rect">
            <a:avLst/>
          </a:prstGeom>
          <a:noFill/>
          <a:ln>
            <a:noFill/>
          </a:ln>
        </p:spPr>
        <p:txBody>
          <a:bodyPr spcFirstLastPara="1" wrap="square" lIns="68575" tIns="34275" rIns="68575" bIns="34275" anchor="t" anchorCtr="0">
            <a:noAutofit/>
          </a:bodyPr>
          <a:lstStyle>
            <a:lvl1pPr marL="457200" lvl="0" indent="-342900" algn="l" rtl="0">
              <a:spcBef>
                <a:spcPts val="360"/>
              </a:spcBef>
              <a:spcAft>
                <a:spcPts val="0"/>
              </a:spcAft>
              <a:buSzPts val="1800"/>
              <a:buFont typeface="Arial"/>
              <a:buChar char="•"/>
              <a:defRPr sz="1800"/>
            </a:lvl1pPr>
            <a:lvl2pPr marL="914400" lvl="1" indent="-323850" algn="l" rtl="0">
              <a:spcBef>
                <a:spcPts val="300"/>
              </a:spcBef>
              <a:spcAft>
                <a:spcPts val="0"/>
              </a:spcAft>
              <a:buSzPts val="1500"/>
              <a:buFont typeface="Arial"/>
              <a:buChar char="–"/>
              <a:defRPr sz="1500"/>
            </a:lvl2pPr>
            <a:lvl3pPr marL="1371600" lvl="2" indent="-317500" algn="l" rtl="0">
              <a:spcBef>
                <a:spcPts val="280"/>
              </a:spcBef>
              <a:spcAft>
                <a:spcPts val="0"/>
              </a:spcAft>
              <a:buSzPts val="1400"/>
              <a:buFont typeface="Arial"/>
              <a:buChar char="•"/>
              <a:defRPr sz="1400"/>
            </a:lvl3pPr>
            <a:lvl4pPr marL="1828800" lvl="3" indent="-304800" algn="l" rtl="0">
              <a:spcBef>
                <a:spcPts val="240"/>
              </a:spcBef>
              <a:spcAft>
                <a:spcPts val="0"/>
              </a:spcAft>
              <a:buSzPts val="1200"/>
              <a:buFont typeface="Arial"/>
              <a:buChar char="–"/>
              <a:defRPr sz="1200"/>
            </a:lvl4pPr>
            <a:lvl5pPr marL="2286000" lvl="4" indent="-304800" algn="l" rtl="0">
              <a:spcBef>
                <a:spcPts val="240"/>
              </a:spcBef>
              <a:spcAft>
                <a:spcPts val="0"/>
              </a:spcAft>
              <a:buSzPts val="1200"/>
              <a:buFont typeface="Arial"/>
              <a:buChar char="»"/>
              <a:defRPr sz="1200"/>
            </a:lvl5pPr>
            <a:lvl6pPr marL="2743200" lvl="5" indent="-304800" algn="l" rtl="0">
              <a:spcBef>
                <a:spcPts val="240"/>
              </a:spcBef>
              <a:spcAft>
                <a:spcPts val="0"/>
              </a:spcAft>
              <a:buSzPts val="1200"/>
              <a:buFont typeface="Arial"/>
              <a:buChar char="»"/>
              <a:defRPr sz="1200"/>
            </a:lvl6pPr>
            <a:lvl7pPr marL="3200400" lvl="6" indent="-304800" algn="l" rtl="0">
              <a:spcBef>
                <a:spcPts val="240"/>
              </a:spcBef>
              <a:spcAft>
                <a:spcPts val="0"/>
              </a:spcAft>
              <a:buSzPts val="1200"/>
              <a:buFont typeface="Arial"/>
              <a:buChar char="»"/>
              <a:defRPr sz="1200"/>
            </a:lvl7pPr>
            <a:lvl8pPr marL="3657600" lvl="7" indent="-304800" algn="l" rtl="0">
              <a:spcBef>
                <a:spcPts val="240"/>
              </a:spcBef>
              <a:spcAft>
                <a:spcPts val="0"/>
              </a:spcAft>
              <a:buSzPts val="1200"/>
              <a:buFont typeface="Arial"/>
              <a:buChar char="»"/>
              <a:defRPr sz="1200"/>
            </a:lvl8pPr>
            <a:lvl9pPr marL="4114800" lvl="8" indent="-304800" algn="l" rtl="0">
              <a:spcBef>
                <a:spcPts val="240"/>
              </a:spcBef>
              <a:spcAft>
                <a:spcPts val="0"/>
              </a:spcAft>
              <a:buSzPts val="1200"/>
              <a:buFont typeface="Arial"/>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20"/>
          <p:cNvSpPr txBox="1">
            <a:spLocks noGrp="1"/>
          </p:cNvSpPr>
          <p:nvPr>
            <p:ph type="title"/>
          </p:nvPr>
        </p:nvSpPr>
        <p:spPr>
          <a:xfrm>
            <a:off x="685800" y="228600"/>
            <a:ext cx="7772400" cy="857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a:off x="457204" y="204790"/>
            <a:ext cx="3008400" cy="871500"/>
          </a:xfrm>
          <a:prstGeom prst="rect">
            <a:avLst/>
          </a:prstGeom>
          <a:noFill/>
          <a:ln>
            <a:noFill/>
          </a:ln>
        </p:spPr>
        <p:txBody>
          <a:bodyPr spcFirstLastPara="1" wrap="square" lIns="68575" tIns="34275" rIns="68575" bIns="34275" anchor="b" anchorCtr="0">
            <a:noAutofit/>
          </a:bodyPr>
          <a:lstStyle>
            <a:lvl1pPr lvl="0" algn="l" rtl="0">
              <a:spcBef>
                <a:spcPts val="0"/>
              </a:spcBef>
              <a:spcAft>
                <a:spcPts val="0"/>
              </a:spcAft>
              <a:buSzPts val="1400"/>
              <a:buNone/>
              <a:defRPr sz="1500" b="1"/>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0" name="Google Shape;80;p21"/>
          <p:cNvSpPr txBox="1">
            <a:spLocks noGrp="1"/>
          </p:cNvSpPr>
          <p:nvPr>
            <p:ph type="body" idx="1"/>
          </p:nvPr>
        </p:nvSpPr>
        <p:spPr>
          <a:xfrm>
            <a:off x="3575050" y="204792"/>
            <a:ext cx="5111700" cy="4389900"/>
          </a:xfrm>
          <a:prstGeom prst="rect">
            <a:avLst/>
          </a:prstGeom>
          <a:noFill/>
          <a:ln>
            <a:noFill/>
          </a:ln>
        </p:spPr>
        <p:txBody>
          <a:bodyPr spcFirstLastPara="1" wrap="square" lIns="68575" tIns="34275" rIns="68575" bIns="34275" anchor="t" anchorCtr="0">
            <a:noAutofit/>
          </a:bodyPr>
          <a:lstStyle>
            <a:lvl1pPr marL="457200" lvl="0" indent="-381000" algn="l" rtl="0">
              <a:spcBef>
                <a:spcPts val="480"/>
              </a:spcBef>
              <a:spcAft>
                <a:spcPts val="0"/>
              </a:spcAft>
              <a:buSzPts val="2400"/>
              <a:buFont typeface="Arial"/>
              <a:buChar char="•"/>
              <a:defRPr sz="2400"/>
            </a:lvl1pPr>
            <a:lvl2pPr marL="914400" lvl="1" indent="-361950" algn="l" rtl="0">
              <a:spcBef>
                <a:spcPts val="420"/>
              </a:spcBef>
              <a:spcAft>
                <a:spcPts val="0"/>
              </a:spcAft>
              <a:buSzPts val="2100"/>
              <a:buFont typeface="Arial"/>
              <a:buChar char="–"/>
              <a:defRPr sz="2100"/>
            </a:lvl2pPr>
            <a:lvl3pPr marL="1371600" lvl="2" indent="-342900" algn="l" rtl="0">
              <a:spcBef>
                <a:spcPts val="360"/>
              </a:spcBef>
              <a:spcAft>
                <a:spcPts val="0"/>
              </a:spcAft>
              <a:buSzPts val="1800"/>
              <a:buFont typeface="Arial"/>
              <a:buChar char="•"/>
              <a:defRPr sz="1800"/>
            </a:lvl3pPr>
            <a:lvl4pPr marL="1828800" lvl="3" indent="-323850" algn="l" rtl="0">
              <a:spcBef>
                <a:spcPts val="300"/>
              </a:spcBef>
              <a:spcAft>
                <a:spcPts val="0"/>
              </a:spcAft>
              <a:buSzPts val="1500"/>
              <a:buFont typeface="Arial"/>
              <a:buChar char="–"/>
              <a:defRPr sz="1500"/>
            </a:lvl4pPr>
            <a:lvl5pPr marL="2286000" lvl="4" indent="-323850" algn="l" rtl="0">
              <a:spcBef>
                <a:spcPts val="300"/>
              </a:spcBef>
              <a:spcAft>
                <a:spcPts val="0"/>
              </a:spcAft>
              <a:buSzPts val="1500"/>
              <a:buFont typeface="Arial"/>
              <a:buChar char="»"/>
              <a:defRPr sz="1500"/>
            </a:lvl5pPr>
            <a:lvl6pPr marL="2743200" lvl="5" indent="-323850" algn="l" rtl="0">
              <a:spcBef>
                <a:spcPts val="300"/>
              </a:spcBef>
              <a:spcAft>
                <a:spcPts val="0"/>
              </a:spcAft>
              <a:buSzPts val="1500"/>
              <a:buFont typeface="Arial"/>
              <a:buChar char="»"/>
              <a:defRPr sz="1500"/>
            </a:lvl6pPr>
            <a:lvl7pPr marL="3200400" lvl="6" indent="-323850" algn="l" rtl="0">
              <a:spcBef>
                <a:spcPts val="300"/>
              </a:spcBef>
              <a:spcAft>
                <a:spcPts val="0"/>
              </a:spcAft>
              <a:buSzPts val="1500"/>
              <a:buFont typeface="Arial"/>
              <a:buChar char="»"/>
              <a:defRPr sz="1500"/>
            </a:lvl7pPr>
            <a:lvl8pPr marL="3657600" lvl="7" indent="-323850" algn="l" rtl="0">
              <a:spcBef>
                <a:spcPts val="300"/>
              </a:spcBef>
              <a:spcAft>
                <a:spcPts val="0"/>
              </a:spcAft>
              <a:buSzPts val="1500"/>
              <a:buFont typeface="Arial"/>
              <a:buChar char="»"/>
              <a:defRPr sz="1500"/>
            </a:lvl8pPr>
            <a:lvl9pPr marL="4114800" lvl="8" indent="-323850" algn="l" rtl="0">
              <a:spcBef>
                <a:spcPts val="300"/>
              </a:spcBef>
              <a:spcAft>
                <a:spcPts val="0"/>
              </a:spcAft>
              <a:buSzPts val="1500"/>
              <a:buFont typeface="Arial"/>
              <a:buChar char="»"/>
              <a:defRPr sz="1500"/>
            </a:lvl9pPr>
          </a:lstStyle>
          <a:p>
            <a:endParaRPr/>
          </a:p>
        </p:txBody>
      </p:sp>
      <p:sp>
        <p:nvSpPr>
          <p:cNvPr id="81" name="Google Shape;81;p21"/>
          <p:cNvSpPr txBox="1">
            <a:spLocks noGrp="1"/>
          </p:cNvSpPr>
          <p:nvPr>
            <p:ph type="body" idx="2"/>
          </p:nvPr>
        </p:nvSpPr>
        <p:spPr>
          <a:xfrm>
            <a:off x="457204" y="1076328"/>
            <a:ext cx="3008400" cy="3518400"/>
          </a:xfrm>
          <a:prstGeom prst="rect">
            <a:avLst/>
          </a:prstGeom>
          <a:noFill/>
          <a:ln>
            <a:noFill/>
          </a:ln>
        </p:spPr>
        <p:txBody>
          <a:bodyPr spcFirstLastPara="1" wrap="square" lIns="68575" tIns="34275" rIns="68575" bIns="34275" anchor="t" anchorCtr="0">
            <a:noAutofit/>
          </a:bodyPr>
          <a:lstStyle>
            <a:lvl1pPr marL="457200" lvl="0" indent="-228600" algn="l" rtl="0">
              <a:spcBef>
                <a:spcPts val="220"/>
              </a:spcBef>
              <a:spcAft>
                <a:spcPts val="0"/>
              </a:spcAft>
              <a:buSzPts val="1100"/>
              <a:buFont typeface="Arial"/>
              <a:buNone/>
              <a:defRPr sz="1100"/>
            </a:lvl1pPr>
            <a:lvl2pPr marL="914400" lvl="1" indent="-228600" algn="l" rtl="0">
              <a:spcBef>
                <a:spcPts val="180"/>
              </a:spcBef>
              <a:spcAft>
                <a:spcPts val="0"/>
              </a:spcAft>
              <a:buSzPts val="900"/>
              <a:buFont typeface="Arial"/>
              <a:buNone/>
              <a:defRPr sz="900"/>
            </a:lvl2pPr>
            <a:lvl3pPr marL="1371600" lvl="2" indent="-228600" algn="l" rtl="0">
              <a:spcBef>
                <a:spcPts val="160"/>
              </a:spcBef>
              <a:spcAft>
                <a:spcPts val="0"/>
              </a:spcAft>
              <a:buSzPts val="800"/>
              <a:buFont typeface="Arial"/>
              <a:buNone/>
              <a:defRPr sz="800"/>
            </a:lvl3pPr>
            <a:lvl4pPr marL="1828800" lvl="3" indent="-228600" algn="l" rtl="0">
              <a:spcBef>
                <a:spcPts val="140"/>
              </a:spcBef>
              <a:spcAft>
                <a:spcPts val="0"/>
              </a:spcAft>
              <a:buSzPts val="700"/>
              <a:buFont typeface="Arial"/>
              <a:buNone/>
              <a:defRPr sz="700"/>
            </a:lvl4pPr>
            <a:lvl5pPr marL="2286000" lvl="4" indent="-228600" algn="l" rtl="0">
              <a:spcBef>
                <a:spcPts val="140"/>
              </a:spcBef>
              <a:spcAft>
                <a:spcPts val="0"/>
              </a:spcAft>
              <a:buSzPts val="700"/>
              <a:buFont typeface="Arial"/>
              <a:buNone/>
              <a:defRPr sz="700"/>
            </a:lvl5pPr>
            <a:lvl6pPr marL="2743200" lvl="5" indent="-228600" algn="l" rtl="0">
              <a:spcBef>
                <a:spcPts val="140"/>
              </a:spcBef>
              <a:spcAft>
                <a:spcPts val="0"/>
              </a:spcAft>
              <a:buSzPts val="700"/>
              <a:buFont typeface="Arial"/>
              <a:buNone/>
              <a:defRPr sz="700"/>
            </a:lvl6pPr>
            <a:lvl7pPr marL="3200400" lvl="6" indent="-228600" algn="l" rtl="0">
              <a:spcBef>
                <a:spcPts val="140"/>
              </a:spcBef>
              <a:spcAft>
                <a:spcPts val="0"/>
              </a:spcAft>
              <a:buSzPts val="700"/>
              <a:buFont typeface="Arial"/>
              <a:buNone/>
              <a:defRPr sz="700"/>
            </a:lvl7pPr>
            <a:lvl8pPr marL="3657600" lvl="7" indent="-228600" algn="l" rtl="0">
              <a:spcBef>
                <a:spcPts val="140"/>
              </a:spcBef>
              <a:spcAft>
                <a:spcPts val="0"/>
              </a:spcAft>
              <a:buSzPts val="700"/>
              <a:buFont typeface="Arial"/>
              <a:buNone/>
              <a:defRPr sz="700"/>
            </a:lvl8pPr>
            <a:lvl9pPr marL="4114800" lvl="8" indent="-228600" algn="l" rtl="0">
              <a:spcBef>
                <a:spcPts val="140"/>
              </a:spcBef>
              <a:spcAft>
                <a:spcPts val="0"/>
              </a:spcAft>
              <a:buSzPts val="700"/>
              <a:buFont typeface="Arial"/>
              <a:buNone/>
              <a:defRPr sz="7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2"/>
        <p:cNvGrpSpPr/>
        <p:nvPr/>
      </p:nvGrpSpPr>
      <p:grpSpPr>
        <a:xfrm>
          <a:off x="0" y="0"/>
          <a:ext cx="0" cy="0"/>
          <a:chOff x="0" y="0"/>
          <a:chExt cx="0" cy="0"/>
        </a:xfrm>
      </p:grpSpPr>
      <p:sp>
        <p:nvSpPr>
          <p:cNvPr id="83" name="Google Shape;83;p22"/>
          <p:cNvSpPr txBox="1">
            <a:spLocks noGrp="1"/>
          </p:cNvSpPr>
          <p:nvPr>
            <p:ph type="title"/>
          </p:nvPr>
        </p:nvSpPr>
        <p:spPr>
          <a:xfrm>
            <a:off x="1792288" y="3600453"/>
            <a:ext cx="5486400" cy="425100"/>
          </a:xfrm>
          <a:prstGeom prst="rect">
            <a:avLst/>
          </a:prstGeom>
          <a:noFill/>
          <a:ln>
            <a:noFill/>
          </a:ln>
        </p:spPr>
        <p:txBody>
          <a:bodyPr spcFirstLastPara="1" wrap="square" lIns="68575" tIns="34275" rIns="68575" bIns="34275" anchor="b" anchorCtr="0">
            <a:noAutofit/>
          </a:bodyPr>
          <a:lstStyle>
            <a:lvl1pPr lvl="0" algn="l" rtl="0">
              <a:spcBef>
                <a:spcPts val="0"/>
              </a:spcBef>
              <a:spcAft>
                <a:spcPts val="0"/>
              </a:spcAft>
              <a:buSzPts val="1400"/>
              <a:buNone/>
              <a:defRPr sz="1500" b="1"/>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4" name="Google Shape;84;p22"/>
          <p:cNvSpPr>
            <a:spLocks noGrp="1"/>
          </p:cNvSpPr>
          <p:nvPr>
            <p:ph type="pic" idx="2"/>
          </p:nvPr>
        </p:nvSpPr>
        <p:spPr>
          <a:xfrm>
            <a:off x="1792288" y="459581"/>
            <a:ext cx="5486400" cy="3086100"/>
          </a:xfrm>
          <a:prstGeom prst="rect">
            <a:avLst/>
          </a:prstGeom>
          <a:noFill/>
          <a:ln>
            <a:noFill/>
          </a:ln>
        </p:spPr>
      </p:sp>
      <p:sp>
        <p:nvSpPr>
          <p:cNvPr id="85" name="Google Shape;85;p22"/>
          <p:cNvSpPr txBox="1">
            <a:spLocks noGrp="1"/>
          </p:cNvSpPr>
          <p:nvPr>
            <p:ph type="body" idx="1"/>
          </p:nvPr>
        </p:nvSpPr>
        <p:spPr>
          <a:xfrm>
            <a:off x="1792288" y="4025506"/>
            <a:ext cx="5486400" cy="603600"/>
          </a:xfrm>
          <a:prstGeom prst="rect">
            <a:avLst/>
          </a:prstGeom>
          <a:noFill/>
          <a:ln>
            <a:noFill/>
          </a:ln>
        </p:spPr>
        <p:txBody>
          <a:bodyPr spcFirstLastPara="1" wrap="square" lIns="68575" tIns="34275" rIns="68575" bIns="34275" anchor="t" anchorCtr="0">
            <a:noAutofit/>
          </a:bodyPr>
          <a:lstStyle>
            <a:lvl1pPr marL="457200" lvl="0" indent="-228600" algn="l" rtl="0">
              <a:spcBef>
                <a:spcPts val="220"/>
              </a:spcBef>
              <a:spcAft>
                <a:spcPts val="0"/>
              </a:spcAft>
              <a:buSzPts val="1100"/>
              <a:buFont typeface="Arial"/>
              <a:buNone/>
              <a:defRPr sz="1100"/>
            </a:lvl1pPr>
            <a:lvl2pPr marL="914400" lvl="1" indent="-228600" algn="l" rtl="0">
              <a:spcBef>
                <a:spcPts val="180"/>
              </a:spcBef>
              <a:spcAft>
                <a:spcPts val="0"/>
              </a:spcAft>
              <a:buSzPts val="900"/>
              <a:buFont typeface="Arial"/>
              <a:buNone/>
              <a:defRPr sz="900"/>
            </a:lvl2pPr>
            <a:lvl3pPr marL="1371600" lvl="2" indent="-228600" algn="l" rtl="0">
              <a:spcBef>
                <a:spcPts val="160"/>
              </a:spcBef>
              <a:spcAft>
                <a:spcPts val="0"/>
              </a:spcAft>
              <a:buSzPts val="800"/>
              <a:buFont typeface="Arial"/>
              <a:buNone/>
              <a:defRPr sz="800"/>
            </a:lvl3pPr>
            <a:lvl4pPr marL="1828800" lvl="3" indent="-228600" algn="l" rtl="0">
              <a:spcBef>
                <a:spcPts val="140"/>
              </a:spcBef>
              <a:spcAft>
                <a:spcPts val="0"/>
              </a:spcAft>
              <a:buSzPts val="700"/>
              <a:buFont typeface="Arial"/>
              <a:buNone/>
              <a:defRPr sz="700"/>
            </a:lvl4pPr>
            <a:lvl5pPr marL="2286000" lvl="4" indent="-228600" algn="l" rtl="0">
              <a:spcBef>
                <a:spcPts val="140"/>
              </a:spcBef>
              <a:spcAft>
                <a:spcPts val="0"/>
              </a:spcAft>
              <a:buSzPts val="700"/>
              <a:buFont typeface="Arial"/>
              <a:buNone/>
              <a:defRPr sz="700"/>
            </a:lvl5pPr>
            <a:lvl6pPr marL="2743200" lvl="5" indent="-228600" algn="l" rtl="0">
              <a:spcBef>
                <a:spcPts val="140"/>
              </a:spcBef>
              <a:spcAft>
                <a:spcPts val="0"/>
              </a:spcAft>
              <a:buSzPts val="700"/>
              <a:buFont typeface="Arial"/>
              <a:buNone/>
              <a:defRPr sz="700"/>
            </a:lvl6pPr>
            <a:lvl7pPr marL="3200400" lvl="6" indent="-228600" algn="l" rtl="0">
              <a:spcBef>
                <a:spcPts val="140"/>
              </a:spcBef>
              <a:spcAft>
                <a:spcPts val="0"/>
              </a:spcAft>
              <a:buSzPts val="700"/>
              <a:buFont typeface="Arial"/>
              <a:buNone/>
              <a:defRPr sz="700"/>
            </a:lvl7pPr>
            <a:lvl8pPr marL="3657600" lvl="7" indent="-228600" algn="l" rtl="0">
              <a:spcBef>
                <a:spcPts val="140"/>
              </a:spcBef>
              <a:spcAft>
                <a:spcPts val="0"/>
              </a:spcAft>
              <a:buSzPts val="700"/>
              <a:buFont typeface="Arial"/>
              <a:buNone/>
              <a:defRPr sz="700"/>
            </a:lvl8pPr>
            <a:lvl9pPr marL="4114800" lvl="8" indent="-228600" algn="l" rtl="0">
              <a:spcBef>
                <a:spcPts val="140"/>
              </a:spcBef>
              <a:spcAft>
                <a:spcPts val="0"/>
              </a:spcAft>
              <a:buSzPts val="700"/>
              <a:buFont typeface="Arial"/>
              <a:buNone/>
              <a:defRPr sz="7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6"/>
        <p:cNvGrpSpPr/>
        <p:nvPr/>
      </p:nvGrpSpPr>
      <p:grpSpPr>
        <a:xfrm>
          <a:off x="0" y="0"/>
          <a:ext cx="0" cy="0"/>
          <a:chOff x="0" y="0"/>
          <a:chExt cx="0" cy="0"/>
        </a:xfrm>
      </p:grpSpPr>
      <p:sp>
        <p:nvSpPr>
          <p:cNvPr id="87" name="Google Shape;87;p23"/>
          <p:cNvSpPr txBox="1">
            <a:spLocks noGrp="1"/>
          </p:cNvSpPr>
          <p:nvPr>
            <p:ph type="title"/>
          </p:nvPr>
        </p:nvSpPr>
        <p:spPr>
          <a:xfrm>
            <a:off x="685800" y="228600"/>
            <a:ext cx="7772400" cy="857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8" name="Google Shape;88;p23"/>
          <p:cNvSpPr txBox="1">
            <a:spLocks noGrp="1"/>
          </p:cNvSpPr>
          <p:nvPr>
            <p:ph type="body" idx="1"/>
          </p:nvPr>
        </p:nvSpPr>
        <p:spPr>
          <a:xfrm rot="5400000">
            <a:off x="3086100" y="-1085850"/>
            <a:ext cx="2971800" cy="7772400"/>
          </a:xfrm>
          <a:prstGeom prst="rect">
            <a:avLst/>
          </a:prstGeom>
          <a:noFill/>
          <a:ln>
            <a:noFill/>
          </a:ln>
        </p:spPr>
        <p:txBody>
          <a:bodyPr spcFirstLastPara="1" wrap="square" lIns="68575" tIns="34275" rIns="68575" bIns="34275" anchor="t" anchorCtr="0">
            <a:noAutofit/>
          </a:bodyPr>
          <a:lstStyle>
            <a:lvl1pPr marL="457200" lvl="0" indent="-342900" algn="l" rtl="0">
              <a:spcBef>
                <a:spcPts val="360"/>
              </a:spcBef>
              <a:spcAft>
                <a:spcPts val="0"/>
              </a:spcAft>
              <a:buSzPts val="1800"/>
              <a:buChar char="•"/>
              <a:defRPr/>
            </a:lvl1pPr>
            <a:lvl2pPr marL="914400" lvl="1" indent="-342900" algn="l" rtl="0">
              <a:spcBef>
                <a:spcPts val="360"/>
              </a:spcBef>
              <a:spcAft>
                <a:spcPts val="0"/>
              </a:spcAft>
              <a:buSzPts val="1800"/>
              <a:buChar char="–"/>
              <a:defRPr/>
            </a:lvl2pPr>
            <a:lvl3pPr marL="1371600" lvl="2" indent="-342900" algn="l" rtl="0">
              <a:spcBef>
                <a:spcPts val="360"/>
              </a:spcBef>
              <a:spcAft>
                <a:spcPts val="0"/>
              </a:spcAft>
              <a:buSzPts val="1800"/>
              <a:buChar char="•"/>
              <a:defRPr/>
            </a:lvl3pPr>
            <a:lvl4pPr marL="1828800" lvl="3" indent="-342900" algn="l" rtl="0">
              <a:spcBef>
                <a:spcPts val="360"/>
              </a:spcBef>
              <a:spcAft>
                <a:spcPts val="0"/>
              </a:spcAft>
              <a:buSzPts val="1800"/>
              <a:buChar char="–"/>
              <a:defRPr/>
            </a:lvl4pPr>
            <a:lvl5pPr marL="2286000" lvl="4" indent="-342900" algn="l" rtl="0">
              <a:spcBef>
                <a:spcPts val="360"/>
              </a:spcBef>
              <a:spcAft>
                <a:spcPts val="0"/>
              </a:spcAft>
              <a:buSzPts val="1800"/>
              <a:buChar char="»"/>
              <a:defRPr/>
            </a:lvl5pPr>
            <a:lvl6pPr marL="2743200" lvl="5" indent="-342900" algn="l" rtl="0">
              <a:spcBef>
                <a:spcPts val="360"/>
              </a:spcBef>
              <a:spcAft>
                <a:spcPts val="0"/>
              </a:spcAft>
              <a:buSzPts val="1800"/>
              <a:buChar char="»"/>
              <a:defRPr/>
            </a:lvl6pPr>
            <a:lvl7pPr marL="3200400" lvl="6" indent="-342900" algn="l" rtl="0">
              <a:spcBef>
                <a:spcPts val="360"/>
              </a:spcBef>
              <a:spcAft>
                <a:spcPts val="0"/>
              </a:spcAft>
              <a:buSzPts val="1800"/>
              <a:buChar char="»"/>
              <a:defRPr/>
            </a:lvl7pPr>
            <a:lvl8pPr marL="3657600" lvl="7" indent="-342900" algn="l" rtl="0">
              <a:spcBef>
                <a:spcPts val="360"/>
              </a:spcBef>
              <a:spcAft>
                <a:spcPts val="0"/>
              </a:spcAft>
              <a:buSzPts val="1800"/>
              <a:buChar char="»"/>
              <a:defRPr/>
            </a:lvl8pPr>
            <a:lvl9pPr marL="4114800" lvl="8" indent="-342900" algn="l" rtl="0">
              <a:spcBef>
                <a:spcPts val="360"/>
              </a:spcBef>
              <a:spcAft>
                <a:spcPts val="0"/>
              </a:spcAft>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24"/>
          <p:cNvSpPr txBox="1">
            <a:spLocks noGrp="1"/>
          </p:cNvSpPr>
          <p:nvPr>
            <p:ph type="title"/>
          </p:nvPr>
        </p:nvSpPr>
        <p:spPr>
          <a:xfrm rot="5400000">
            <a:off x="5457750" y="1285950"/>
            <a:ext cx="4057800" cy="19431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1" name="Google Shape;91;p24"/>
          <p:cNvSpPr txBox="1">
            <a:spLocks noGrp="1"/>
          </p:cNvSpPr>
          <p:nvPr>
            <p:ph type="body" idx="1"/>
          </p:nvPr>
        </p:nvSpPr>
        <p:spPr>
          <a:xfrm rot="5400000">
            <a:off x="1495351" y="-580950"/>
            <a:ext cx="4057800" cy="5676900"/>
          </a:xfrm>
          <a:prstGeom prst="rect">
            <a:avLst/>
          </a:prstGeom>
          <a:noFill/>
          <a:ln>
            <a:noFill/>
          </a:ln>
        </p:spPr>
        <p:txBody>
          <a:bodyPr spcFirstLastPara="1" wrap="square" lIns="68575" tIns="34275" rIns="68575" bIns="34275" anchor="t" anchorCtr="0">
            <a:noAutofit/>
          </a:bodyPr>
          <a:lstStyle>
            <a:lvl1pPr marL="457200" lvl="0" indent="-342900" algn="l" rtl="0">
              <a:spcBef>
                <a:spcPts val="360"/>
              </a:spcBef>
              <a:spcAft>
                <a:spcPts val="0"/>
              </a:spcAft>
              <a:buSzPts val="1800"/>
              <a:buChar char="•"/>
              <a:defRPr/>
            </a:lvl1pPr>
            <a:lvl2pPr marL="914400" lvl="1" indent="-342900" algn="l" rtl="0">
              <a:spcBef>
                <a:spcPts val="360"/>
              </a:spcBef>
              <a:spcAft>
                <a:spcPts val="0"/>
              </a:spcAft>
              <a:buSzPts val="1800"/>
              <a:buChar char="–"/>
              <a:defRPr/>
            </a:lvl2pPr>
            <a:lvl3pPr marL="1371600" lvl="2" indent="-342900" algn="l" rtl="0">
              <a:spcBef>
                <a:spcPts val="360"/>
              </a:spcBef>
              <a:spcAft>
                <a:spcPts val="0"/>
              </a:spcAft>
              <a:buSzPts val="1800"/>
              <a:buChar char="•"/>
              <a:defRPr/>
            </a:lvl3pPr>
            <a:lvl4pPr marL="1828800" lvl="3" indent="-342900" algn="l" rtl="0">
              <a:spcBef>
                <a:spcPts val="360"/>
              </a:spcBef>
              <a:spcAft>
                <a:spcPts val="0"/>
              </a:spcAft>
              <a:buSzPts val="1800"/>
              <a:buChar char="–"/>
              <a:defRPr/>
            </a:lvl4pPr>
            <a:lvl5pPr marL="2286000" lvl="4" indent="-342900" algn="l" rtl="0">
              <a:spcBef>
                <a:spcPts val="360"/>
              </a:spcBef>
              <a:spcAft>
                <a:spcPts val="0"/>
              </a:spcAft>
              <a:buSzPts val="1800"/>
              <a:buChar char="»"/>
              <a:defRPr/>
            </a:lvl5pPr>
            <a:lvl6pPr marL="2743200" lvl="5" indent="-342900" algn="l" rtl="0">
              <a:spcBef>
                <a:spcPts val="360"/>
              </a:spcBef>
              <a:spcAft>
                <a:spcPts val="0"/>
              </a:spcAft>
              <a:buSzPts val="1800"/>
              <a:buChar char="»"/>
              <a:defRPr/>
            </a:lvl6pPr>
            <a:lvl7pPr marL="3200400" lvl="6" indent="-342900" algn="l" rtl="0">
              <a:spcBef>
                <a:spcPts val="360"/>
              </a:spcBef>
              <a:spcAft>
                <a:spcPts val="0"/>
              </a:spcAft>
              <a:buSzPts val="1800"/>
              <a:buChar char="»"/>
              <a:defRPr/>
            </a:lvl7pPr>
            <a:lvl8pPr marL="3657600" lvl="7" indent="-342900" algn="l" rtl="0">
              <a:spcBef>
                <a:spcPts val="360"/>
              </a:spcBef>
              <a:spcAft>
                <a:spcPts val="0"/>
              </a:spcAft>
              <a:buSzPts val="1800"/>
              <a:buChar char="»"/>
              <a:defRPr/>
            </a:lvl8pPr>
            <a:lvl9pPr marL="4114800" lvl="8" indent="-342900" algn="l" rtl="0">
              <a:spcBef>
                <a:spcPts val="360"/>
              </a:spcBef>
              <a:spcAft>
                <a:spcPts val="0"/>
              </a:spcAft>
              <a:buSzPts val="18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1" type="title">
  <p:cSld name="TITLE">
    <p:spTree>
      <p:nvGrpSpPr>
        <p:cNvPr id="1" name="Shape 92"/>
        <p:cNvGrpSpPr/>
        <p:nvPr/>
      </p:nvGrpSpPr>
      <p:grpSpPr>
        <a:xfrm>
          <a:off x="0" y="0"/>
          <a:ext cx="0" cy="0"/>
          <a:chOff x="0" y="0"/>
          <a:chExt cx="0" cy="0"/>
        </a:xfrm>
      </p:grpSpPr>
      <p:sp>
        <p:nvSpPr>
          <p:cNvPr id="93" name="Google Shape;93;p25"/>
          <p:cNvSpPr txBox="1">
            <a:spLocks noGrp="1"/>
          </p:cNvSpPr>
          <p:nvPr>
            <p:ph type="ctrTitle"/>
          </p:nvPr>
        </p:nvSpPr>
        <p:spPr>
          <a:xfrm>
            <a:off x="685800" y="1597819"/>
            <a:ext cx="7772400" cy="11025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SzPts val="1100"/>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SzPts val="1100"/>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SzPts val="1100"/>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SzPts val="1100"/>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SzPts val="1100"/>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SzPts val="1100"/>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SzPts val="1100"/>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SzPts val="1100"/>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SzPts val="1100"/>
              <a:buNone/>
              <a:defRPr sz="4400" b="0" i="0" u="none" strike="noStrike" cap="none">
                <a:solidFill>
                  <a:schemeClr val="dk2"/>
                </a:solidFill>
                <a:latin typeface="Arial"/>
                <a:ea typeface="Arial"/>
                <a:cs typeface="Arial"/>
                <a:sym typeface="Arial"/>
              </a:defRPr>
            </a:lvl9pPr>
          </a:lstStyle>
          <a:p>
            <a:endParaRPr/>
          </a:p>
        </p:txBody>
      </p:sp>
      <p:sp>
        <p:nvSpPr>
          <p:cNvPr id="94" name="Google Shape;94;p25"/>
          <p:cNvSpPr txBox="1">
            <a:spLocks noGrp="1"/>
          </p:cNvSpPr>
          <p:nvPr>
            <p:ph type="subTitle" idx="1"/>
          </p:nvPr>
        </p:nvSpPr>
        <p:spPr>
          <a:xfrm>
            <a:off x="1371600" y="2914650"/>
            <a:ext cx="6400800" cy="1314600"/>
          </a:xfrm>
          <a:prstGeom prst="rect">
            <a:avLst/>
          </a:prstGeom>
          <a:noFill/>
          <a:ln>
            <a:noFill/>
          </a:ln>
        </p:spPr>
        <p:txBody>
          <a:bodyPr spcFirstLastPara="1" wrap="square" lIns="68575" tIns="68575" rIns="68575" bIns="68575" anchor="t" anchorCtr="0">
            <a:noAutofit/>
          </a:bodyPr>
          <a:lstStyle>
            <a:lvl1pPr marR="0" lvl="0" algn="ctr" rtl="0">
              <a:lnSpc>
                <a:spcPct val="100000"/>
              </a:lnSpc>
              <a:spcBef>
                <a:spcPts val="600"/>
              </a:spcBef>
              <a:spcAft>
                <a:spcPts val="0"/>
              </a:spcAft>
              <a:buClr>
                <a:schemeClr val="dk1"/>
              </a:buClr>
              <a:buSzPts val="2400"/>
              <a:buFont typeface="Arial"/>
              <a:buNone/>
              <a:defRPr sz="3200" b="0" i="0" u="none" strike="noStrike" cap="none">
                <a:solidFill>
                  <a:schemeClr val="dk1"/>
                </a:solidFill>
                <a:latin typeface="Arial"/>
                <a:ea typeface="Arial"/>
                <a:cs typeface="Arial"/>
                <a:sym typeface="Arial"/>
              </a:defRPr>
            </a:lvl1pPr>
            <a:lvl2pPr marR="0" lvl="1" algn="ctr" rtl="0">
              <a:lnSpc>
                <a:spcPct val="100000"/>
              </a:lnSpc>
              <a:spcBef>
                <a:spcPts val="600"/>
              </a:spcBef>
              <a:spcAft>
                <a:spcPts val="0"/>
              </a:spcAft>
              <a:buClr>
                <a:schemeClr val="dk1"/>
              </a:buClr>
              <a:buSzPts val="2100"/>
              <a:buFont typeface="Arial"/>
              <a:buNone/>
              <a:defRPr sz="2800" b="0" i="0" u="none" strike="noStrike" cap="none">
                <a:solidFill>
                  <a:schemeClr val="dk1"/>
                </a:solidFill>
                <a:latin typeface="Arial"/>
                <a:ea typeface="Arial"/>
                <a:cs typeface="Arial"/>
                <a:sym typeface="Arial"/>
              </a:defRPr>
            </a:lvl2pPr>
            <a:lvl3pPr marR="0" lvl="2" algn="ctr" rtl="0">
              <a:lnSpc>
                <a:spcPct val="100000"/>
              </a:lnSpc>
              <a:spcBef>
                <a:spcPts val="50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ctr" rtl="0">
              <a:lnSpc>
                <a:spcPct val="100000"/>
              </a:lnSpc>
              <a:spcBef>
                <a:spcPts val="400"/>
              </a:spcBef>
              <a:spcAft>
                <a:spcPts val="0"/>
              </a:spcAft>
              <a:buClr>
                <a:schemeClr val="dk1"/>
              </a:buClr>
              <a:buSzPts val="1500"/>
              <a:buFont typeface="Arial"/>
              <a:buNone/>
              <a:defRPr sz="2000" b="0" i="0" u="none" strike="noStrike" cap="none">
                <a:solidFill>
                  <a:schemeClr val="dk1"/>
                </a:solidFill>
                <a:latin typeface="Arial"/>
                <a:ea typeface="Arial"/>
                <a:cs typeface="Arial"/>
                <a:sym typeface="Arial"/>
              </a:defRPr>
            </a:lvl4pPr>
            <a:lvl5pPr marR="0" lvl="4" algn="ctr" rtl="0">
              <a:lnSpc>
                <a:spcPct val="100000"/>
              </a:lnSpc>
              <a:spcBef>
                <a:spcPts val="400"/>
              </a:spcBef>
              <a:spcAft>
                <a:spcPts val="0"/>
              </a:spcAft>
              <a:buClr>
                <a:schemeClr val="dk1"/>
              </a:buClr>
              <a:buSzPts val="1500"/>
              <a:buFont typeface="Arial"/>
              <a:buNone/>
              <a:defRPr sz="2000" b="0" i="0" u="none" strike="noStrike" cap="none">
                <a:solidFill>
                  <a:schemeClr val="dk1"/>
                </a:solidFill>
                <a:latin typeface="Arial"/>
                <a:ea typeface="Arial"/>
                <a:cs typeface="Arial"/>
                <a:sym typeface="Arial"/>
              </a:defRPr>
            </a:lvl5pPr>
            <a:lvl6pPr marR="0" lvl="5" algn="ctr" rtl="0">
              <a:lnSpc>
                <a:spcPct val="100000"/>
              </a:lnSpc>
              <a:spcBef>
                <a:spcPts val="400"/>
              </a:spcBef>
              <a:spcAft>
                <a:spcPts val="0"/>
              </a:spcAft>
              <a:buClr>
                <a:schemeClr val="dk1"/>
              </a:buClr>
              <a:buSzPts val="1500"/>
              <a:buFont typeface="Arial"/>
              <a:buNone/>
              <a:defRPr sz="2000" b="0" i="0" u="none" strike="noStrike" cap="none">
                <a:solidFill>
                  <a:schemeClr val="dk1"/>
                </a:solidFill>
                <a:latin typeface="Arial"/>
                <a:ea typeface="Arial"/>
                <a:cs typeface="Arial"/>
                <a:sym typeface="Arial"/>
              </a:defRPr>
            </a:lvl6pPr>
            <a:lvl7pPr marR="0" lvl="6" algn="ctr" rtl="0">
              <a:lnSpc>
                <a:spcPct val="100000"/>
              </a:lnSpc>
              <a:spcBef>
                <a:spcPts val="400"/>
              </a:spcBef>
              <a:spcAft>
                <a:spcPts val="0"/>
              </a:spcAft>
              <a:buClr>
                <a:schemeClr val="dk1"/>
              </a:buClr>
              <a:buSzPts val="1500"/>
              <a:buFont typeface="Arial"/>
              <a:buNone/>
              <a:defRPr sz="2000" b="0" i="0" u="none" strike="noStrike" cap="none">
                <a:solidFill>
                  <a:schemeClr val="dk1"/>
                </a:solidFill>
                <a:latin typeface="Arial"/>
                <a:ea typeface="Arial"/>
                <a:cs typeface="Arial"/>
                <a:sym typeface="Arial"/>
              </a:defRPr>
            </a:lvl7pPr>
            <a:lvl8pPr marR="0" lvl="7" algn="ctr" rtl="0">
              <a:lnSpc>
                <a:spcPct val="100000"/>
              </a:lnSpc>
              <a:spcBef>
                <a:spcPts val="400"/>
              </a:spcBef>
              <a:spcAft>
                <a:spcPts val="0"/>
              </a:spcAft>
              <a:buClr>
                <a:schemeClr val="dk1"/>
              </a:buClr>
              <a:buSzPts val="1500"/>
              <a:buFont typeface="Arial"/>
              <a:buNone/>
              <a:defRPr sz="2000" b="0" i="0" u="none" strike="noStrike" cap="none">
                <a:solidFill>
                  <a:schemeClr val="dk1"/>
                </a:solidFill>
                <a:latin typeface="Arial"/>
                <a:ea typeface="Arial"/>
                <a:cs typeface="Arial"/>
                <a:sym typeface="Arial"/>
              </a:defRPr>
            </a:lvl8pPr>
            <a:lvl9pPr marR="0" lvl="8" algn="ctr" rtl="0">
              <a:lnSpc>
                <a:spcPct val="100000"/>
              </a:lnSpc>
              <a:spcBef>
                <a:spcPts val="400"/>
              </a:spcBef>
              <a:spcAft>
                <a:spcPts val="0"/>
              </a:spcAft>
              <a:buClr>
                <a:schemeClr val="dk1"/>
              </a:buClr>
              <a:buSzPts val="1500"/>
              <a:buFont typeface="Arial"/>
              <a:buNone/>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5"/>
        <p:cNvGrpSpPr/>
        <p:nvPr/>
      </p:nvGrpSpPr>
      <p:grpSpPr>
        <a:xfrm>
          <a:off x="0" y="0"/>
          <a:ext cx="0" cy="0"/>
          <a:chOff x="0" y="0"/>
          <a:chExt cx="0" cy="0"/>
        </a:xfrm>
      </p:grpSpPr>
      <p:sp>
        <p:nvSpPr>
          <p:cNvPr id="96" name="Google Shape;96;p26"/>
          <p:cNvSpPr txBox="1">
            <a:spLocks noGrp="1"/>
          </p:cNvSpPr>
          <p:nvPr>
            <p:ph type="title"/>
          </p:nvPr>
        </p:nvSpPr>
        <p:spPr>
          <a:xfrm>
            <a:off x="311700" y="445025"/>
            <a:ext cx="8520600" cy="572700"/>
          </a:xfrm>
          <a:prstGeom prst="rect">
            <a:avLst/>
          </a:prstGeom>
        </p:spPr>
        <p:txBody>
          <a:bodyPr spcFirstLastPara="1" wrap="square" lIns="68575" tIns="34275" rIns="68575" bIns="34275" anchor="ctr"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7" name="Google Shape;97;p26"/>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Autofit/>
          </a:bodyPr>
          <a:lstStyle>
            <a:lvl1pPr marL="457200" lvl="0" indent="-381000" rtl="0">
              <a:spcBef>
                <a:spcPts val="480"/>
              </a:spcBef>
              <a:spcAft>
                <a:spcPts val="0"/>
              </a:spcAft>
              <a:buSzPts val="2400"/>
              <a:buChar char="•"/>
              <a:defRPr/>
            </a:lvl1pPr>
            <a:lvl2pPr marL="914400" lvl="1" indent="-361950" rtl="0">
              <a:spcBef>
                <a:spcPts val="420"/>
              </a:spcBef>
              <a:spcAft>
                <a:spcPts val="0"/>
              </a:spcAft>
              <a:buSzPts val="2100"/>
              <a:buChar char="–"/>
              <a:defRPr/>
            </a:lvl2pPr>
            <a:lvl3pPr marL="1371600" lvl="2" indent="-342900" rtl="0">
              <a:spcBef>
                <a:spcPts val="360"/>
              </a:spcBef>
              <a:spcAft>
                <a:spcPts val="0"/>
              </a:spcAft>
              <a:buSzPts val="1800"/>
              <a:buChar char="•"/>
              <a:defRPr/>
            </a:lvl3pPr>
            <a:lvl4pPr marL="1828800" lvl="3" indent="-323850" rtl="0">
              <a:spcBef>
                <a:spcPts val="300"/>
              </a:spcBef>
              <a:spcAft>
                <a:spcPts val="0"/>
              </a:spcAft>
              <a:buSzPts val="1500"/>
              <a:buChar char="–"/>
              <a:defRPr/>
            </a:lvl4pPr>
            <a:lvl5pPr marL="2286000" lvl="4" indent="-323850" rtl="0">
              <a:spcBef>
                <a:spcPts val="300"/>
              </a:spcBef>
              <a:spcAft>
                <a:spcPts val="0"/>
              </a:spcAft>
              <a:buSzPts val="1500"/>
              <a:buChar char="»"/>
              <a:defRPr/>
            </a:lvl5pPr>
            <a:lvl6pPr marL="2743200" lvl="5" indent="-323850" rtl="0">
              <a:spcBef>
                <a:spcPts val="300"/>
              </a:spcBef>
              <a:spcAft>
                <a:spcPts val="0"/>
              </a:spcAft>
              <a:buSzPts val="1500"/>
              <a:buChar char="»"/>
              <a:defRPr/>
            </a:lvl6pPr>
            <a:lvl7pPr marL="3200400" lvl="6" indent="-323850" rtl="0">
              <a:spcBef>
                <a:spcPts val="300"/>
              </a:spcBef>
              <a:spcAft>
                <a:spcPts val="0"/>
              </a:spcAft>
              <a:buSzPts val="1500"/>
              <a:buChar char="»"/>
              <a:defRPr/>
            </a:lvl7pPr>
            <a:lvl8pPr marL="3657600" lvl="7" indent="-323850" rtl="0">
              <a:spcBef>
                <a:spcPts val="300"/>
              </a:spcBef>
              <a:spcAft>
                <a:spcPts val="0"/>
              </a:spcAft>
              <a:buSzPts val="1500"/>
              <a:buChar char="»"/>
              <a:defRPr/>
            </a:lvl8pPr>
            <a:lvl9pPr marL="4114800" lvl="8" indent="-323850" rtl="0">
              <a:spcBef>
                <a:spcPts val="300"/>
              </a:spcBef>
              <a:spcAft>
                <a:spcPts val="0"/>
              </a:spcAft>
              <a:buSzPts val="1500"/>
              <a:buChar char="»"/>
              <a:defRPr/>
            </a:lvl9pPr>
          </a:lstStyle>
          <a:p>
            <a:endParaRPr/>
          </a:p>
        </p:txBody>
      </p:sp>
      <p:sp>
        <p:nvSpPr>
          <p:cNvPr id="98" name="Google Shape;9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85800" y="228600"/>
            <a:ext cx="7772400" cy="8574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400"/>
              <a:buNone/>
              <a:defRPr sz="3300" b="0" i="0" u="none" strike="noStrike" cap="none">
                <a:solidFill>
                  <a:srgbClr val="7A0019"/>
                </a:solidFill>
                <a:latin typeface="Arial"/>
                <a:ea typeface="Arial"/>
                <a:cs typeface="Arial"/>
                <a:sym typeface="Arial"/>
              </a:defRPr>
            </a:lvl1pPr>
            <a:lvl2pPr marR="0" lvl="1"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2pPr>
            <a:lvl3pPr marR="0" lvl="2"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3pPr>
            <a:lvl4pPr marR="0" lvl="3"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4pPr>
            <a:lvl5pPr marR="0" lvl="4"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5pPr>
            <a:lvl6pPr marR="0" lvl="5" algn="ctr" rtl="0">
              <a:spcBef>
                <a:spcPts val="0"/>
              </a:spcBef>
              <a:spcAft>
                <a:spcPts val="0"/>
              </a:spcAft>
              <a:buSzPts val="1400"/>
              <a:buNone/>
              <a:defRPr sz="3300" b="0" i="0" u="none" strike="noStrike" cap="none">
                <a:solidFill>
                  <a:srgbClr val="7A0019"/>
                </a:solidFill>
                <a:latin typeface="Arial"/>
                <a:ea typeface="Arial"/>
                <a:cs typeface="Arial"/>
                <a:sym typeface="Arial"/>
              </a:defRPr>
            </a:lvl6pPr>
            <a:lvl7pPr marR="0" lvl="6" algn="ctr" rtl="0">
              <a:spcBef>
                <a:spcPts val="0"/>
              </a:spcBef>
              <a:spcAft>
                <a:spcPts val="0"/>
              </a:spcAft>
              <a:buSzPts val="1400"/>
              <a:buNone/>
              <a:defRPr sz="3300" b="0" i="0" u="none" strike="noStrike" cap="none">
                <a:solidFill>
                  <a:srgbClr val="7A0019"/>
                </a:solidFill>
                <a:latin typeface="Arial"/>
                <a:ea typeface="Arial"/>
                <a:cs typeface="Arial"/>
                <a:sym typeface="Arial"/>
              </a:defRPr>
            </a:lvl7pPr>
            <a:lvl8pPr marR="0" lvl="7" algn="ctr" rtl="0">
              <a:spcBef>
                <a:spcPts val="0"/>
              </a:spcBef>
              <a:spcAft>
                <a:spcPts val="0"/>
              </a:spcAft>
              <a:buSzPts val="1400"/>
              <a:buNone/>
              <a:defRPr sz="3300" b="0" i="0" u="none" strike="noStrike" cap="none">
                <a:solidFill>
                  <a:srgbClr val="7A0019"/>
                </a:solidFill>
                <a:latin typeface="Arial"/>
                <a:ea typeface="Arial"/>
                <a:cs typeface="Arial"/>
                <a:sym typeface="Arial"/>
              </a:defRPr>
            </a:lvl8pPr>
            <a:lvl9pPr marR="0" lvl="8" algn="ctr" rtl="0">
              <a:spcBef>
                <a:spcPts val="0"/>
              </a:spcBef>
              <a:spcAft>
                <a:spcPts val="0"/>
              </a:spcAft>
              <a:buSzPts val="1400"/>
              <a:buNone/>
              <a:defRPr sz="3300" b="0" i="0" u="none" strike="noStrike" cap="none">
                <a:solidFill>
                  <a:srgbClr val="7A0019"/>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685800" y="1314450"/>
            <a:ext cx="7772400" cy="2971800"/>
          </a:xfrm>
          <a:prstGeom prst="rect">
            <a:avLst/>
          </a:prstGeom>
          <a:noFill/>
          <a:ln>
            <a:noFill/>
          </a:ln>
        </p:spPr>
        <p:txBody>
          <a:bodyPr spcFirstLastPara="1" wrap="square" lIns="68575" tIns="34275" rIns="68575" bIns="34275" anchor="t" anchorCtr="0">
            <a:noAutofit/>
          </a:bodyPr>
          <a:lstStyle>
            <a:lvl1pPr marL="457200" marR="0" lvl="0" indent="-381000" algn="l" rtl="0">
              <a:spcBef>
                <a:spcPts val="480"/>
              </a:spcBef>
              <a:spcAft>
                <a:spcPts val="0"/>
              </a:spcAft>
              <a:buClr>
                <a:srgbClr val="7A0019"/>
              </a:buClr>
              <a:buSzPts val="2400"/>
              <a:buFont typeface="Arial"/>
              <a:buChar char="•"/>
              <a:defRPr sz="2400" b="0" i="0" u="none" strike="noStrike" cap="none">
                <a:solidFill>
                  <a:srgbClr val="595959"/>
                </a:solidFill>
                <a:latin typeface="Arial"/>
                <a:ea typeface="Arial"/>
                <a:cs typeface="Arial"/>
                <a:sym typeface="Arial"/>
              </a:defRPr>
            </a:lvl1pPr>
            <a:lvl2pPr marL="914400" marR="0" lvl="1" indent="-361950" algn="l" rtl="0">
              <a:spcBef>
                <a:spcPts val="420"/>
              </a:spcBef>
              <a:spcAft>
                <a:spcPts val="0"/>
              </a:spcAft>
              <a:buClr>
                <a:srgbClr val="7A0019"/>
              </a:buClr>
              <a:buSzPts val="2100"/>
              <a:buFont typeface="Arial"/>
              <a:buChar char="–"/>
              <a:defRPr sz="2100" b="0" i="0" u="none" strike="noStrike" cap="none">
                <a:solidFill>
                  <a:srgbClr val="595959"/>
                </a:solidFill>
                <a:latin typeface="Arial"/>
                <a:ea typeface="Arial"/>
                <a:cs typeface="Arial"/>
                <a:sym typeface="Arial"/>
              </a:defRPr>
            </a:lvl2pPr>
            <a:lvl3pPr marL="1371600" marR="0" lvl="2" indent="-342900" algn="l" rtl="0">
              <a:spcBef>
                <a:spcPts val="360"/>
              </a:spcBef>
              <a:spcAft>
                <a:spcPts val="0"/>
              </a:spcAft>
              <a:buClr>
                <a:srgbClr val="7A0019"/>
              </a:buClr>
              <a:buSzPts val="1800"/>
              <a:buFont typeface="Arial"/>
              <a:buChar char="•"/>
              <a:defRPr sz="1800" b="0" i="0" u="none" strike="noStrike" cap="none">
                <a:solidFill>
                  <a:srgbClr val="595959"/>
                </a:solidFill>
                <a:latin typeface="Arial"/>
                <a:ea typeface="Arial"/>
                <a:cs typeface="Arial"/>
                <a:sym typeface="Arial"/>
              </a:defRPr>
            </a:lvl3pPr>
            <a:lvl4pPr marL="1828800" marR="0" lvl="3" indent="-323850" algn="l" rtl="0">
              <a:spcBef>
                <a:spcPts val="300"/>
              </a:spcBef>
              <a:spcAft>
                <a:spcPts val="0"/>
              </a:spcAft>
              <a:buClr>
                <a:srgbClr val="7A0019"/>
              </a:buClr>
              <a:buSzPts val="1500"/>
              <a:buFont typeface="Arial"/>
              <a:buChar char="–"/>
              <a:defRPr sz="1500" b="0" i="0" u="none" strike="noStrike" cap="none">
                <a:solidFill>
                  <a:srgbClr val="595959"/>
                </a:solidFill>
                <a:latin typeface="Arial"/>
                <a:ea typeface="Arial"/>
                <a:cs typeface="Arial"/>
                <a:sym typeface="Arial"/>
              </a:defRPr>
            </a:lvl4pPr>
            <a:lvl5pPr marL="2286000" marR="0" lvl="4" indent="-323850" algn="l" rtl="0">
              <a:spcBef>
                <a:spcPts val="300"/>
              </a:spcBef>
              <a:spcAft>
                <a:spcPts val="0"/>
              </a:spcAft>
              <a:buClr>
                <a:srgbClr val="7A0019"/>
              </a:buClr>
              <a:buSzPts val="1500"/>
              <a:buFont typeface="Arial"/>
              <a:buChar char="»"/>
              <a:defRPr sz="1500" b="0" i="0" u="none" strike="noStrike" cap="none">
                <a:solidFill>
                  <a:srgbClr val="595959"/>
                </a:solidFill>
                <a:latin typeface="Arial"/>
                <a:ea typeface="Arial"/>
                <a:cs typeface="Arial"/>
                <a:sym typeface="Arial"/>
              </a:defRPr>
            </a:lvl5pPr>
            <a:lvl6pPr marL="2743200" marR="0" lvl="5"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pic>
        <p:nvPicPr>
          <p:cNvPr id="53" name="Google Shape;53;p13" descr="/Users/ranja/Documents/5-resources/ppt/2018 ppt-with R/new/working files/graphics_HD-M-gold.png"/>
          <p:cNvPicPr preferRelativeResize="0"/>
          <p:nvPr/>
        </p:nvPicPr>
        <p:blipFill rotWithShape="1">
          <a:blip r:embed="rId15">
            <a:alphaModFix/>
          </a:blip>
          <a:srcRect/>
          <a:stretch/>
        </p:blipFill>
        <p:spPr>
          <a:xfrm>
            <a:off x="0" y="4852035"/>
            <a:ext cx="9144001" cy="29146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7"/>
          <p:cNvSpPr txBox="1">
            <a:spLocks noGrp="1"/>
          </p:cNvSpPr>
          <p:nvPr>
            <p:ph type="ctrTitle"/>
          </p:nvPr>
        </p:nvSpPr>
        <p:spPr>
          <a:xfrm>
            <a:off x="311700" y="1473975"/>
            <a:ext cx="8520600" cy="1301100"/>
          </a:xfrm>
          <a:prstGeom prst="rect">
            <a:avLst/>
          </a:prstGeom>
        </p:spPr>
        <p:txBody>
          <a:bodyPr spcFirstLastPara="1" wrap="square" lIns="68575" tIns="68575" rIns="68575" bIns="68575" anchor="ctr" anchorCtr="0">
            <a:noAutofit/>
          </a:bodyPr>
          <a:lstStyle/>
          <a:p>
            <a:pPr marL="0" lvl="0" indent="0" algn="ctr" rtl="0">
              <a:spcBef>
                <a:spcPts val="0"/>
              </a:spcBef>
              <a:spcAft>
                <a:spcPts val="0"/>
              </a:spcAft>
              <a:buNone/>
            </a:pPr>
            <a:r>
              <a:rPr lang="en" sz="3000"/>
              <a:t>HRS Net: A Fusion model of HRNet and RESNet</a:t>
            </a:r>
            <a:endParaRPr sz="3000"/>
          </a:p>
        </p:txBody>
      </p:sp>
      <p:sp>
        <p:nvSpPr>
          <p:cNvPr id="104" name="Google Shape;104;p27"/>
          <p:cNvSpPr txBox="1">
            <a:spLocks noGrp="1"/>
          </p:cNvSpPr>
          <p:nvPr>
            <p:ph type="subTitle" idx="1"/>
          </p:nvPr>
        </p:nvSpPr>
        <p:spPr>
          <a:xfrm>
            <a:off x="211100" y="3022775"/>
            <a:ext cx="8520600" cy="381000"/>
          </a:xfrm>
          <a:prstGeom prst="rect">
            <a:avLst/>
          </a:prstGeom>
        </p:spPr>
        <p:txBody>
          <a:bodyPr spcFirstLastPara="1" wrap="square" lIns="68575" tIns="68575" rIns="68575" bIns="68575" anchor="t" anchorCtr="0">
            <a:noAutofit/>
          </a:bodyPr>
          <a:lstStyle/>
          <a:p>
            <a:pPr marL="0" lvl="0" indent="0">
              <a:lnSpc>
                <a:spcPct val="80000"/>
              </a:lnSpc>
              <a:buSzPts val="935"/>
            </a:pPr>
            <a:r>
              <a:rPr lang="en" sz="1600" dirty="0"/>
              <a:t>Rahul Autade </a:t>
            </a:r>
            <a:r>
              <a:rPr lang="en" sz="1600" dirty="0">
                <a:solidFill>
                  <a:schemeClr val="dk1"/>
                </a:solidFill>
              </a:rPr>
              <a:t>| Raj Surya Rajendran Kathirvel</a:t>
            </a:r>
            <a:endParaRPr sz="1600"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8"/>
          <p:cNvSpPr txBox="1">
            <a:spLocks noGrp="1"/>
          </p:cNvSpPr>
          <p:nvPr>
            <p:ph type="title"/>
          </p:nvPr>
        </p:nvSpPr>
        <p:spPr>
          <a:xfrm>
            <a:off x="311700" y="101150"/>
            <a:ext cx="8520600" cy="10545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Problem Statement </a:t>
            </a:r>
            <a:endParaRPr/>
          </a:p>
        </p:txBody>
      </p:sp>
      <p:sp>
        <p:nvSpPr>
          <p:cNvPr id="110" name="Google Shape;110;p28"/>
          <p:cNvSpPr txBox="1">
            <a:spLocks noGrp="1"/>
          </p:cNvSpPr>
          <p:nvPr>
            <p:ph type="title"/>
          </p:nvPr>
        </p:nvSpPr>
        <p:spPr>
          <a:xfrm>
            <a:off x="225625" y="1813075"/>
            <a:ext cx="8520600" cy="10545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Objectives </a:t>
            </a:r>
            <a:endParaRPr/>
          </a:p>
        </p:txBody>
      </p:sp>
      <p:sp>
        <p:nvSpPr>
          <p:cNvPr id="111" name="Google Shape;111;p28"/>
          <p:cNvSpPr txBox="1">
            <a:spLocks noGrp="1"/>
          </p:cNvSpPr>
          <p:nvPr>
            <p:ph type="body" idx="1"/>
          </p:nvPr>
        </p:nvSpPr>
        <p:spPr>
          <a:xfrm>
            <a:off x="225625" y="1062775"/>
            <a:ext cx="8520600" cy="897900"/>
          </a:xfrm>
          <a:prstGeom prst="rect">
            <a:avLst/>
          </a:prstGeom>
          <a:ln>
            <a:noFill/>
          </a:ln>
        </p:spPr>
        <p:txBody>
          <a:bodyPr spcFirstLastPara="1" wrap="square" lIns="68575" tIns="34275" rIns="68575" bIns="34275" anchor="t" anchorCtr="0">
            <a:noAutofit/>
          </a:bodyPr>
          <a:lstStyle/>
          <a:p>
            <a:pPr marL="457200" marR="0" lvl="0" indent="-336550" algn="just" rtl="0">
              <a:lnSpc>
                <a:spcPct val="100000"/>
              </a:lnSpc>
              <a:spcBef>
                <a:spcPts val="480"/>
              </a:spcBef>
              <a:spcAft>
                <a:spcPts val="0"/>
              </a:spcAft>
              <a:buSzPts val="1700"/>
              <a:buChar char="-"/>
            </a:pPr>
            <a:r>
              <a:rPr lang="en" sz="1700"/>
              <a:t>Reimplement HRNet and create a fusion model between HRNet and Resnet.</a:t>
            </a:r>
            <a:endParaRPr sz="1700"/>
          </a:p>
          <a:p>
            <a:pPr marL="0" lvl="0" indent="0" algn="l" rtl="0">
              <a:lnSpc>
                <a:spcPct val="115000"/>
              </a:lnSpc>
              <a:spcBef>
                <a:spcPts val="480"/>
              </a:spcBef>
              <a:spcAft>
                <a:spcPts val="0"/>
              </a:spcAft>
              <a:buNone/>
            </a:pPr>
            <a:endParaRPr sz="1700"/>
          </a:p>
        </p:txBody>
      </p:sp>
      <p:sp>
        <p:nvSpPr>
          <p:cNvPr id="112" name="Google Shape;112;p28"/>
          <p:cNvSpPr txBox="1"/>
          <p:nvPr/>
        </p:nvSpPr>
        <p:spPr>
          <a:xfrm>
            <a:off x="311700" y="2764350"/>
            <a:ext cx="7492200" cy="2019900"/>
          </a:xfrm>
          <a:prstGeom prst="rect">
            <a:avLst/>
          </a:prstGeom>
          <a:noFill/>
          <a:ln>
            <a:noFill/>
          </a:ln>
        </p:spPr>
        <p:txBody>
          <a:bodyPr spcFirstLastPara="1" wrap="square" lIns="91425" tIns="91425" rIns="91425" bIns="91425" anchor="t" anchorCtr="0">
            <a:noAutofit/>
          </a:bodyPr>
          <a:lstStyle/>
          <a:p>
            <a:pPr marL="457200" lvl="0" indent="-336550" algn="just" rtl="0">
              <a:spcBef>
                <a:spcPts val="480"/>
              </a:spcBef>
              <a:spcAft>
                <a:spcPts val="0"/>
              </a:spcAft>
              <a:buClr>
                <a:schemeClr val="accent1"/>
              </a:buClr>
              <a:buSzPts val="1700"/>
              <a:buChar char="-"/>
            </a:pPr>
            <a:r>
              <a:rPr lang="en" sz="1700">
                <a:solidFill>
                  <a:srgbClr val="595959"/>
                </a:solidFill>
              </a:rPr>
              <a:t>HRNet, a multi modal network for visual recognition tasks.</a:t>
            </a:r>
            <a:endParaRPr sz="1700">
              <a:solidFill>
                <a:srgbClr val="595959"/>
              </a:solidFill>
            </a:endParaRPr>
          </a:p>
          <a:p>
            <a:pPr marL="457200" lvl="0" indent="-336550" algn="just" rtl="0">
              <a:spcBef>
                <a:spcPts val="0"/>
              </a:spcBef>
              <a:spcAft>
                <a:spcPts val="0"/>
              </a:spcAft>
              <a:buClr>
                <a:schemeClr val="accent1"/>
              </a:buClr>
              <a:buSzPts val="1700"/>
              <a:buChar char="-"/>
            </a:pPr>
            <a:r>
              <a:rPr lang="en" sz="1700">
                <a:solidFill>
                  <a:srgbClr val="595959"/>
                </a:solidFill>
              </a:rPr>
              <a:t>Analyse performance on Image Classification for different parameters, and evaluate the model accuracy. </a:t>
            </a:r>
            <a:endParaRPr sz="17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9"/>
          <p:cNvSpPr txBox="1">
            <a:spLocks noGrp="1"/>
          </p:cNvSpPr>
          <p:nvPr>
            <p:ph type="body" idx="1"/>
          </p:nvPr>
        </p:nvSpPr>
        <p:spPr>
          <a:xfrm>
            <a:off x="311700" y="1152475"/>
            <a:ext cx="8441400" cy="3416400"/>
          </a:xfrm>
          <a:prstGeom prst="rect">
            <a:avLst/>
          </a:prstGeom>
        </p:spPr>
        <p:txBody>
          <a:bodyPr spcFirstLastPara="1" wrap="square" lIns="68575" tIns="34275" rIns="68575" bIns="34275" anchor="t" anchorCtr="0">
            <a:noAutofit/>
          </a:bodyPr>
          <a:lstStyle/>
          <a:p>
            <a:pPr marL="0" lvl="0" indent="0" algn="l" rtl="0">
              <a:lnSpc>
                <a:spcPct val="115000"/>
              </a:lnSpc>
              <a:spcBef>
                <a:spcPts val="480"/>
              </a:spcBef>
              <a:spcAft>
                <a:spcPts val="0"/>
              </a:spcAft>
              <a:buNone/>
            </a:pPr>
            <a:r>
              <a:rPr lang="en" sz="1700"/>
              <a:t>In comparison to ImageNet dataset, CIFAR100 is more feasible w.r.t. Computing units and size and runtime.</a:t>
            </a:r>
            <a:endParaRPr sz="1700"/>
          </a:p>
          <a:p>
            <a:pPr marL="0" lvl="0" indent="0" algn="l" rtl="0">
              <a:lnSpc>
                <a:spcPct val="115000"/>
              </a:lnSpc>
              <a:spcBef>
                <a:spcPts val="480"/>
              </a:spcBef>
              <a:spcAft>
                <a:spcPts val="0"/>
              </a:spcAft>
              <a:buNone/>
            </a:pPr>
            <a:r>
              <a:rPr lang="en" sz="1700"/>
              <a:t>CIFAR-100 dataset:</a:t>
            </a:r>
            <a:endParaRPr sz="1700"/>
          </a:p>
          <a:p>
            <a:pPr marL="457200" lvl="0" indent="-336550" algn="l" rtl="0">
              <a:lnSpc>
                <a:spcPct val="115000"/>
              </a:lnSpc>
              <a:spcBef>
                <a:spcPts val="480"/>
              </a:spcBef>
              <a:spcAft>
                <a:spcPts val="0"/>
              </a:spcAft>
              <a:buSzPts val="1700"/>
              <a:buChar char="-"/>
            </a:pPr>
            <a:r>
              <a:rPr lang="en" sz="1700"/>
              <a:t>Number of Images: 60,000 images.100 Classes and each class contains 600 images.</a:t>
            </a:r>
            <a:endParaRPr sz="1700"/>
          </a:p>
          <a:p>
            <a:pPr marL="457200" lvl="0" indent="-336550" algn="l" rtl="0">
              <a:lnSpc>
                <a:spcPct val="115000"/>
              </a:lnSpc>
              <a:spcBef>
                <a:spcPts val="0"/>
              </a:spcBef>
              <a:spcAft>
                <a:spcPts val="0"/>
              </a:spcAft>
              <a:buSzPts val="1700"/>
              <a:buChar char="-"/>
            </a:pPr>
            <a:r>
              <a:rPr lang="en" sz="1700"/>
              <a:t>Each image contains two labels - ‘fine’ (the class to which it belongs) and ‘coarse’ (the superclass to which it belongs).</a:t>
            </a:r>
            <a:endParaRPr sz="1700"/>
          </a:p>
          <a:p>
            <a:pPr marL="457200" lvl="0" indent="-336550" algn="l" rtl="0">
              <a:lnSpc>
                <a:spcPct val="115000"/>
              </a:lnSpc>
              <a:spcBef>
                <a:spcPts val="480"/>
              </a:spcBef>
              <a:spcAft>
                <a:spcPts val="0"/>
              </a:spcAft>
              <a:buSzPts val="1700"/>
              <a:buChar char="-"/>
            </a:pPr>
            <a:r>
              <a:rPr lang="en" sz="1700"/>
              <a:t>Size of Image: 32x32 pixels (resized to 224x224)</a:t>
            </a:r>
            <a:endParaRPr sz="1700"/>
          </a:p>
          <a:p>
            <a:pPr marL="457200" lvl="0" indent="-336550" algn="l" rtl="0">
              <a:lnSpc>
                <a:spcPct val="115000"/>
              </a:lnSpc>
              <a:spcBef>
                <a:spcPts val="480"/>
              </a:spcBef>
              <a:spcAft>
                <a:spcPts val="0"/>
              </a:spcAft>
              <a:buSzPts val="1700"/>
              <a:buChar char="-"/>
            </a:pPr>
            <a:r>
              <a:rPr lang="en" sz="1700"/>
              <a:t>Size of Dataset: Approximately 170 MB</a:t>
            </a:r>
            <a:endParaRPr sz="1700"/>
          </a:p>
          <a:p>
            <a:pPr marL="457200" lvl="0" indent="-336550" algn="l" rtl="0">
              <a:lnSpc>
                <a:spcPct val="115000"/>
              </a:lnSpc>
              <a:spcBef>
                <a:spcPts val="0"/>
              </a:spcBef>
              <a:spcAft>
                <a:spcPts val="0"/>
              </a:spcAft>
              <a:buSzPts val="1700"/>
              <a:buChar char="-"/>
            </a:pPr>
            <a:r>
              <a:rPr lang="en" sz="1700"/>
              <a:t>Each class was split into 500 images for training, and 100 for testing.</a:t>
            </a:r>
            <a:endParaRPr sz="1700"/>
          </a:p>
          <a:p>
            <a:pPr marL="0" lvl="0" indent="0" algn="l" rtl="0">
              <a:lnSpc>
                <a:spcPct val="115000"/>
              </a:lnSpc>
              <a:spcBef>
                <a:spcPts val="480"/>
              </a:spcBef>
              <a:spcAft>
                <a:spcPts val="0"/>
              </a:spcAft>
              <a:buNone/>
            </a:pPr>
            <a:endParaRPr sz="1700"/>
          </a:p>
          <a:p>
            <a:pPr marL="457200" lvl="0" indent="0" algn="l" rtl="0">
              <a:lnSpc>
                <a:spcPct val="115000"/>
              </a:lnSpc>
              <a:spcBef>
                <a:spcPts val="480"/>
              </a:spcBef>
              <a:spcAft>
                <a:spcPts val="0"/>
              </a:spcAft>
              <a:buNone/>
            </a:pPr>
            <a:endParaRPr sz="1700"/>
          </a:p>
          <a:p>
            <a:pPr marL="0" lvl="0" indent="0" algn="l" rtl="0">
              <a:lnSpc>
                <a:spcPct val="115000"/>
              </a:lnSpc>
              <a:spcBef>
                <a:spcPts val="480"/>
              </a:spcBef>
              <a:spcAft>
                <a:spcPts val="0"/>
              </a:spcAft>
              <a:buNone/>
            </a:pPr>
            <a:endParaRPr sz="1700"/>
          </a:p>
          <a:p>
            <a:pPr marL="0" lvl="0" indent="0" algn="l" rtl="0">
              <a:spcBef>
                <a:spcPts val="480"/>
              </a:spcBef>
              <a:spcAft>
                <a:spcPts val="0"/>
              </a:spcAft>
              <a:buClr>
                <a:schemeClr val="dk1"/>
              </a:buClr>
              <a:buSzPts val="1100"/>
              <a:buFont typeface="Arial"/>
              <a:buNone/>
            </a:pPr>
            <a:endParaRPr sz="1700"/>
          </a:p>
          <a:p>
            <a:pPr marL="0" lvl="0" indent="0" algn="l" rtl="0">
              <a:spcBef>
                <a:spcPts val="480"/>
              </a:spcBef>
              <a:spcAft>
                <a:spcPts val="0"/>
              </a:spcAft>
              <a:buNone/>
            </a:pPr>
            <a:endParaRPr sz="1700"/>
          </a:p>
        </p:txBody>
      </p:sp>
      <p:sp>
        <p:nvSpPr>
          <p:cNvPr id="118" name="Google Shape;118;p29"/>
          <p:cNvSpPr txBox="1">
            <a:spLocks noGrp="1"/>
          </p:cNvSpPr>
          <p:nvPr>
            <p:ph type="title"/>
          </p:nvPr>
        </p:nvSpPr>
        <p:spPr>
          <a:xfrm>
            <a:off x="311700" y="445025"/>
            <a:ext cx="8520600" cy="5727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Dataset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30"/>
          <p:cNvSpPr txBox="1">
            <a:spLocks noGrp="1"/>
          </p:cNvSpPr>
          <p:nvPr>
            <p:ph type="title"/>
          </p:nvPr>
        </p:nvSpPr>
        <p:spPr>
          <a:xfrm>
            <a:off x="161300" y="204400"/>
            <a:ext cx="8520600" cy="5727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HRNet</a:t>
            </a:r>
            <a:endParaRPr/>
          </a:p>
        </p:txBody>
      </p:sp>
      <p:sp>
        <p:nvSpPr>
          <p:cNvPr id="124" name="Google Shape;124;p30"/>
          <p:cNvSpPr/>
          <p:nvPr/>
        </p:nvSpPr>
        <p:spPr>
          <a:xfrm>
            <a:off x="440750" y="1017725"/>
            <a:ext cx="1174200" cy="66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INPUT</a:t>
            </a:r>
            <a:endParaRPr>
              <a:latin typeface="Times New Roman"/>
              <a:ea typeface="Times New Roman"/>
              <a:cs typeface="Times New Roman"/>
              <a:sym typeface="Times New Roman"/>
            </a:endParaRPr>
          </a:p>
          <a:p>
            <a:pPr marL="0" lvl="0" indent="0" algn="ctr" rtl="0">
              <a:spcBef>
                <a:spcPts val="0"/>
              </a:spcBef>
              <a:spcAft>
                <a:spcPts val="0"/>
              </a:spcAft>
              <a:buNone/>
            </a:pPr>
            <a:endParaRPr/>
          </a:p>
        </p:txBody>
      </p:sp>
      <p:sp>
        <p:nvSpPr>
          <p:cNvPr id="125" name="Google Shape;125;p30"/>
          <p:cNvSpPr/>
          <p:nvPr/>
        </p:nvSpPr>
        <p:spPr>
          <a:xfrm>
            <a:off x="2010850" y="1017725"/>
            <a:ext cx="1702800" cy="66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STEM</a:t>
            </a:r>
            <a:endParaRPr>
              <a:latin typeface="Times New Roman"/>
              <a:ea typeface="Times New Roman"/>
              <a:cs typeface="Times New Roman"/>
              <a:sym typeface="Times New Roman"/>
            </a:endParaRPr>
          </a:p>
          <a:p>
            <a:pPr marL="0" lvl="0" indent="0" algn="ctr" rtl="0">
              <a:spcBef>
                <a:spcPts val="0"/>
              </a:spcBef>
              <a:spcAft>
                <a:spcPts val="0"/>
              </a:spcAft>
              <a:buNone/>
            </a:pPr>
            <a:r>
              <a:rPr lang="en">
                <a:latin typeface="Times New Roman"/>
                <a:ea typeface="Times New Roman"/>
                <a:cs typeface="Times New Roman"/>
                <a:sym typeface="Times New Roman"/>
              </a:rPr>
              <a:t>2 Conv</a:t>
            </a:r>
            <a:endParaRPr>
              <a:latin typeface="Times New Roman"/>
              <a:ea typeface="Times New Roman"/>
              <a:cs typeface="Times New Roman"/>
              <a:sym typeface="Times New Roman"/>
            </a:endParaRPr>
          </a:p>
          <a:p>
            <a:pPr marL="0" lvl="0" indent="0" algn="ctr" rtl="0">
              <a:spcBef>
                <a:spcPts val="0"/>
              </a:spcBef>
              <a:spcAft>
                <a:spcPts val="0"/>
              </a:spcAft>
              <a:buNone/>
            </a:pPr>
            <a:r>
              <a:rPr lang="en">
                <a:latin typeface="Times New Roman"/>
                <a:ea typeface="Times New Roman"/>
                <a:cs typeface="Times New Roman"/>
                <a:sym typeface="Times New Roman"/>
              </a:rPr>
              <a:t>Reduce size by 1/4</a:t>
            </a:r>
            <a:endParaRPr>
              <a:latin typeface="Times New Roman"/>
              <a:ea typeface="Times New Roman"/>
              <a:cs typeface="Times New Roman"/>
              <a:sym typeface="Times New Roman"/>
            </a:endParaRPr>
          </a:p>
        </p:txBody>
      </p:sp>
      <p:sp>
        <p:nvSpPr>
          <p:cNvPr id="126" name="Google Shape;126;p30"/>
          <p:cNvSpPr/>
          <p:nvPr/>
        </p:nvSpPr>
        <p:spPr>
          <a:xfrm>
            <a:off x="4242250" y="1017725"/>
            <a:ext cx="1275600" cy="66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Stage 1</a:t>
            </a:r>
            <a:endParaRPr>
              <a:latin typeface="Times New Roman"/>
              <a:ea typeface="Times New Roman"/>
              <a:cs typeface="Times New Roman"/>
              <a:sym typeface="Times New Roman"/>
            </a:endParaRPr>
          </a:p>
          <a:p>
            <a:pPr marL="0" lvl="0" indent="0" algn="ctr" rtl="0">
              <a:spcBef>
                <a:spcPts val="0"/>
              </a:spcBef>
              <a:spcAft>
                <a:spcPts val="0"/>
              </a:spcAft>
              <a:buNone/>
            </a:pPr>
            <a:r>
              <a:rPr lang="en">
                <a:latin typeface="Times New Roman"/>
                <a:ea typeface="Times New Roman"/>
                <a:cs typeface="Times New Roman"/>
                <a:sym typeface="Times New Roman"/>
              </a:rPr>
              <a:t>4 Bottlenecks</a:t>
            </a:r>
            <a:endParaRPr>
              <a:latin typeface="Times New Roman"/>
              <a:ea typeface="Times New Roman"/>
              <a:cs typeface="Times New Roman"/>
              <a:sym typeface="Times New Roman"/>
            </a:endParaRPr>
          </a:p>
          <a:p>
            <a:pPr marL="0" lvl="0" indent="0" algn="ctr" rtl="0">
              <a:spcBef>
                <a:spcPts val="0"/>
              </a:spcBef>
              <a:spcAft>
                <a:spcPts val="0"/>
              </a:spcAft>
              <a:buNone/>
            </a:pPr>
            <a:r>
              <a:rPr lang="en">
                <a:latin typeface="Times New Roman"/>
                <a:ea typeface="Times New Roman"/>
                <a:cs typeface="Times New Roman"/>
                <a:sym typeface="Times New Roman"/>
              </a:rPr>
              <a:t>1 Branch*</a:t>
            </a:r>
            <a:endParaRPr>
              <a:latin typeface="Times New Roman"/>
              <a:ea typeface="Times New Roman"/>
              <a:cs typeface="Times New Roman"/>
              <a:sym typeface="Times New Roman"/>
            </a:endParaRPr>
          </a:p>
        </p:txBody>
      </p:sp>
      <p:sp>
        <p:nvSpPr>
          <p:cNvPr id="127" name="Google Shape;127;p30"/>
          <p:cNvSpPr/>
          <p:nvPr/>
        </p:nvSpPr>
        <p:spPr>
          <a:xfrm>
            <a:off x="6230275" y="1017725"/>
            <a:ext cx="2165700" cy="66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Stage 2</a:t>
            </a:r>
            <a:endParaRPr>
              <a:latin typeface="Times New Roman"/>
              <a:ea typeface="Times New Roman"/>
              <a:cs typeface="Times New Roman"/>
              <a:sym typeface="Times New Roman"/>
            </a:endParaRPr>
          </a:p>
          <a:p>
            <a:pPr marL="0" lvl="0" indent="0" algn="ctr" rtl="0">
              <a:spcBef>
                <a:spcPts val="0"/>
              </a:spcBef>
              <a:spcAft>
                <a:spcPts val="0"/>
              </a:spcAft>
              <a:buNone/>
            </a:pPr>
            <a:r>
              <a:rPr lang="en">
                <a:latin typeface="Times New Roman"/>
                <a:ea typeface="Times New Roman"/>
                <a:cs typeface="Times New Roman"/>
                <a:sym typeface="Times New Roman"/>
              </a:rPr>
              <a:t>1 Modularized block</a:t>
            </a:r>
            <a:endParaRPr>
              <a:latin typeface="Times New Roman"/>
              <a:ea typeface="Times New Roman"/>
              <a:cs typeface="Times New Roman"/>
              <a:sym typeface="Times New Roman"/>
            </a:endParaRPr>
          </a:p>
          <a:p>
            <a:pPr marL="0" lvl="0" indent="0" algn="ctr" rtl="0">
              <a:spcBef>
                <a:spcPts val="0"/>
              </a:spcBef>
              <a:spcAft>
                <a:spcPts val="0"/>
              </a:spcAft>
              <a:buNone/>
            </a:pPr>
            <a:r>
              <a:rPr lang="en">
                <a:latin typeface="Times New Roman"/>
                <a:ea typeface="Times New Roman"/>
                <a:cs typeface="Times New Roman"/>
                <a:sym typeface="Times New Roman"/>
              </a:rPr>
              <a:t>2 Branches</a:t>
            </a:r>
            <a:endParaRPr>
              <a:latin typeface="Times New Roman"/>
              <a:ea typeface="Times New Roman"/>
              <a:cs typeface="Times New Roman"/>
              <a:sym typeface="Times New Roman"/>
            </a:endParaRPr>
          </a:p>
        </p:txBody>
      </p:sp>
      <p:sp>
        <p:nvSpPr>
          <p:cNvPr id="128" name="Google Shape;128;p30"/>
          <p:cNvSpPr/>
          <p:nvPr/>
        </p:nvSpPr>
        <p:spPr>
          <a:xfrm>
            <a:off x="3748088" y="2283925"/>
            <a:ext cx="1951200" cy="66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Stage 4</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3 Modularized blocks</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4 Branches</a:t>
            </a:r>
            <a:endParaRPr>
              <a:latin typeface="Times New Roman"/>
              <a:ea typeface="Times New Roman"/>
              <a:cs typeface="Times New Roman"/>
              <a:sym typeface="Times New Roman"/>
            </a:endParaRPr>
          </a:p>
        </p:txBody>
      </p:sp>
      <p:sp>
        <p:nvSpPr>
          <p:cNvPr id="129" name="Google Shape;129;p30"/>
          <p:cNvSpPr/>
          <p:nvPr/>
        </p:nvSpPr>
        <p:spPr>
          <a:xfrm>
            <a:off x="440750" y="2283925"/>
            <a:ext cx="1174200" cy="66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OUTPUT</a:t>
            </a:r>
            <a:endParaRPr>
              <a:latin typeface="Times New Roman"/>
              <a:ea typeface="Times New Roman"/>
              <a:cs typeface="Times New Roman"/>
              <a:sym typeface="Times New Roman"/>
            </a:endParaRPr>
          </a:p>
        </p:txBody>
      </p:sp>
      <p:sp>
        <p:nvSpPr>
          <p:cNvPr id="130" name="Google Shape;130;p30"/>
          <p:cNvSpPr/>
          <p:nvPr/>
        </p:nvSpPr>
        <p:spPr>
          <a:xfrm>
            <a:off x="2010950" y="2283925"/>
            <a:ext cx="1174200" cy="66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Head</a:t>
            </a:r>
            <a:endParaRPr>
              <a:latin typeface="Times New Roman"/>
              <a:ea typeface="Times New Roman"/>
              <a:cs typeface="Times New Roman"/>
              <a:sym typeface="Times New Roman"/>
            </a:endParaRPr>
          </a:p>
          <a:p>
            <a:pPr marL="0" lvl="0" indent="0" algn="ctr" rtl="0">
              <a:spcBef>
                <a:spcPts val="0"/>
              </a:spcBef>
              <a:spcAft>
                <a:spcPts val="0"/>
              </a:spcAft>
              <a:buNone/>
            </a:pPr>
            <a:r>
              <a:rPr lang="en">
                <a:latin typeface="Times New Roman"/>
                <a:ea typeface="Times New Roman"/>
                <a:cs typeface="Times New Roman"/>
                <a:sym typeface="Times New Roman"/>
              </a:rPr>
              <a:t>100 Classes</a:t>
            </a:r>
            <a:endParaRPr>
              <a:latin typeface="Times New Roman"/>
              <a:ea typeface="Times New Roman"/>
              <a:cs typeface="Times New Roman"/>
              <a:sym typeface="Times New Roman"/>
            </a:endParaRPr>
          </a:p>
        </p:txBody>
      </p:sp>
      <p:sp>
        <p:nvSpPr>
          <p:cNvPr id="131" name="Google Shape;131;p30"/>
          <p:cNvSpPr/>
          <p:nvPr/>
        </p:nvSpPr>
        <p:spPr>
          <a:xfrm>
            <a:off x="6262225" y="2283925"/>
            <a:ext cx="2101800" cy="66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Stage 3</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4 Modularized blocks</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3 Branches</a:t>
            </a:r>
            <a:endParaRPr>
              <a:latin typeface="Times New Roman"/>
              <a:ea typeface="Times New Roman"/>
              <a:cs typeface="Times New Roman"/>
              <a:sym typeface="Times New Roman"/>
            </a:endParaRPr>
          </a:p>
        </p:txBody>
      </p:sp>
      <p:cxnSp>
        <p:nvCxnSpPr>
          <p:cNvPr id="132" name="Google Shape;132;p30"/>
          <p:cNvCxnSpPr>
            <a:stCxn id="125" idx="3"/>
            <a:endCxn id="126" idx="1"/>
          </p:cNvCxnSpPr>
          <p:nvPr/>
        </p:nvCxnSpPr>
        <p:spPr>
          <a:xfrm>
            <a:off x="3713650" y="1350125"/>
            <a:ext cx="528600" cy="0"/>
          </a:xfrm>
          <a:prstGeom prst="straightConnector1">
            <a:avLst/>
          </a:prstGeom>
          <a:noFill/>
          <a:ln w="9525" cap="flat" cmpd="sng">
            <a:solidFill>
              <a:schemeClr val="dk2"/>
            </a:solidFill>
            <a:prstDash val="solid"/>
            <a:round/>
            <a:headEnd type="none" w="med" len="med"/>
            <a:tailEnd type="triangle" w="med" len="med"/>
          </a:ln>
        </p:spPr>
      </p:cxnSp>
      <p:cxnSp>
        <p:nvCxnSpPr>
          <p:cNvPr id="133" name="Google Shape;133;p30"/>
          <p:cNvCxnSpPr>
            <a:stCxn id="126" idx="3"/>
            <a:endCxn id="127" idx="1"/>
          </p:cNvCxnSpPr>
          <p:nvPr/>
        </p:nvCxnSpPr>
        <p:spPr>
          <a:xfrm>
            <a:off x="5517850" y="1350125"/>
            <a:ext cx="712500" cy="0"/>
          </a:xfrm>
          <a:prstGeom prst="straightConnector1">
            <a:avLst/>
          </a:prstGeom>
          <a:noFill/>
          <a:ln w="9525" cap="flat" cmpd="sng">
            <a:solidFill>
              <a:schemeClr val="dk2"/>
            </a:solidFill>
            <a:prstDash val="solid"/>
            <a:round/>
            <a:headEnd type="none" w="med" len="med"/>
            <a:tailEnd type="triangle" w="med" len="med"/>
          </a:ln>
        </p:spPr>
      </p:cxnSp>
      <p:cxnSp>
        <p:nvCxnSpPr>
          <p:cNvPr id="134" name="Google Shape;134;p30"/>
          <p:cNvCxnSpPr>
            <a:stCxn id="124" idx="3"/>
            <a:endCxn id="125" idx="1"/>
          </p:cNvCxnSpPr>
          <p:nvPr/>
        </p:nvCxnSpPr>
        <p:spPr>
          <a:xfrm>
            <a:off x="1614950" y="1350125"/>
            <a:ext cx="396000" cy="0"/>
          </a:xfrm>
          <a:prstGeom prst="straightConnector1">
            <a:avLst/>
          </a:prstGeom>
          <a:noFill/>
          <a:ln w="9525" cap="flat" cmpd="sng">
            <a:solidFill>
              <a:schemeClr val="dk2"/>
            </a:solidFill>
            <a:prstDash val="solid"/>
            <a:round/>
            <a:headEnd type="none" w="med" len="med"/>
            <a:tailEnd type="triangle" w="med" len="med"/>
          </a:ln>
        </p:spPr>
      </p:cxnSp>
      <p:cxnSp>
        <p:nvCxnSpPr>
          <p:cNvPr id="135" name="Google Shape;135;p30"/>
          <p:cNvCxnSpPr>
            <a:stCxn id="127" idx="2"/>
            <a:endCxn id="131" idx="0"/>
          </p:cNvCxnSpPr>
          <p:nvPr/>
        </p:nvCxnSpPr>
        <p:spPr>
          <a:xfrm>
            <a:off x="7313125" y="1682525"/>
            <a:ext cx="0" cy="601500"/>
          </a:xfrm>
          <a:prstGeom prst="straightConnector1">
            <a:avLst/>
          </a:prstGeom>
          <a:noFill/>
          <a:ln w="9525" cap="flat" cmpd="sng">
            <a:solidFill>
              <a:schemeClr val="dk2"/>
            </a:solidFill>
            <a:prstDash val="solid"/>
            <a:round/>
            <a:headEnd type="none" w="med" len="med"/>
            <a:tailEnd type="triangle" w="med" len="med"/>
          </a:ln>
        </p:spPr>
      </p:cxnSp>
      <p:cxnSp>
        <p:nvCxnSpPr>
          <p:cNvPr id="136" name="Google Shape;136;p30"/>
          <p:cNvCxnSpPr>
            <a:stCxn id="131" idx="1"/>
            <a:endCxn id="128" idx="3"/>
          </p:cNvCxnSpPr>
          <p:nvPr/>
        </p:nvCxnSpPr>
        <p:spPr>
          <a:xfrm rot="10800000">
            <a:off x="5699425" y="2616325"/>
            <a:ext cx="562800" cy="0"/>
          </a:xfrm>
          <a:prstGeom prst="straightConnector1">
            <a:avLst/>
          </a:prstGeom>
          <a:noFill/>
          <a:ln w="9525" cap="flat" cmpd="sng">
            <a:solidFill>
              <a:schemeClr val="dk2"/>
            </a:solidFill>
            <a:prstDash val="solid"/>
            <a:round/>
            <a:headEnd type="none" w="med" len="med"/>
            <a:tailEnd type="triangle" w="med" len="med"/>
          </a:ln>
        </p:spPr>
      </p:cxnSp>
      <p:cxnSp>
        <p:nvCxnSpPr>
          <p:cNvPr id="137" name="Google Shape;137;p30"/>
          <p:cNvCxnSpPr>
            <a:stCxn id="128" idx="1"/>
            <a:endCxn id="130" idx="3"/>
          </p:cNvCxnSpPr>
          <p:nvPr/>
        </p:nvCxnSpPr>
        <p:spPr>
          <a:xfrm rot="10800000">
            <a:off x="3185288" y="2616325"/>
            <a:ext cx="562800" cy="0"/>
          </a:xfrm>
          <a:prstGeom prst="straightConnector1">
            <a:avLst/>
          </a:prstGeom>
          <a:noFill/>
          <a:ln w="9525" cap="flat" cmpd="sng">
            <a:solidFill>
              <a:schemeClr val="dk2"/>
            </a:solidFill>
            <a:prstDash val="solid"/>
            <a:round/>
            <a:headEnd type="none" w="med" len="med"/>
            <a:tailEnd type="triangle" w="med" len="med"/>
          </a:ln>
        </p:spPr>
      </p:cxnSp>
      <p:cxnSp>
        <p:nvCxnSpPr>
          <p:cNvPr id="138" name="Google Shape;138;p30"/>
          <p:cNvCxnSpPr>
            <a:stCxn id="130" idx="1"/>
            <a:endCxn id="129" idx="3"/>
          </p:cNvCxnSpPr>
          <p:nvPr/>
        </p:nvCxnSpPr>
        <p:spPr>
          <a:xfrm rot="10800000">
            <a:off x="1614950" y="2616325"/>
            <a:ext cx="396000" cy="0"/>
          </a:xfrm>
          <a:prstGeom prst="straightConnector1">
            <a:avLst/>
          </a:prstGeom>
          <a:noFill/>
          <a:ln w="9525" cap="flat" cmpd="sng">
            <a:solidFill>
              <a:schemeClr val="dk2"/>
            </a:solidFill>
            <a:prstDash val="solid"/>
            <a:round/>
            <a:headEnd type="none" w="med" len="med"/>
            <a:tailEnd type="triangle" w="med" len="med"/>
          </a:ln>
        </p:spPr>
      </p:cxnSp>
      <p:pic>
        <p:nvPicPr>
          <p:cNvPr id="139" name="Google Shape;139;p30"/>
          <p:cNvPicPr preferRelativeResize="0"/>
          <p:nvPr/>
        </p:nvPicPr>
        <p:blipFill>
          <a:blip r:embed="rId3">
            <a:alphaModFix/>
          </a:blip>
          <a:stretch>
            <a:fillRect/>
          </a:stretch>
        </p:blipFill>
        <p:spPr>
          <a:xfrm>
            <a:off x="3774263" y="3234925"/>
            <a:ext cx="1574125" cy="902600"/>
          </a:xfrm>
          <a:prstGeom prst="rect">
            <a:avLst/>
          </a:prstGeom>
          <a:noFill/>
          <a:ln>
            <a:noFill/>
          </a:ln>
        </p:spPr>
      </p:pic>
      <p:sp>
        <p:nvSpPr>
          <p:cNvPr id="140" name="Google Shape;140;p30"/>
          <p:cNvSpPr txBox="1"/>
          <p:nvPr/>
        </p:nvSpPr>
        <p:spPr>
          <a:xfrm>
            <a:off x="6097100" y="4185200"/>
            <a:ext cx="2665200" cy="28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595959"/>
                </a:solidFill>
              </a:rPr>
              <a:t>1 Modularized Block = 4 Residual Units</a:t>
            </a:r>
            <a:endParaRPr sz="1100">
              <a:solidFill>
                <a:srgbClr val="595959"/>
              </a:solidFill>
            </a:endParaRPr>
          </a:p>
        </p:txBody>
      </p:sp>
      <p:sp>
        <p:nvSpPr>
          <p:cNvPr id="141" name="Google Shape;141;p30"/>
          <p:cNvSpPr txBox="1"/>
          <p:nvPr/>
        </p:nvSpPr>
        <p:spPr>
          <a:xfrm>
            <a:off x="6097100" y="3793975"/>
            <a:ext cx="2665200" cy="32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595959"/>
                </a:solidFill>
              </a:rPr>
              <a:t>Branch k has (2^(k-1))*C feature maps</a:t>
            </a:r>
            <a:endParaRPr sz="1100">
              <a:solidFill>
                <a:srgbClr val="595959"/>
              </a:solidFill>
            </a:endParaRPr>
          </a:p>
        </p:txBody>
      </p:sp>
      <p:pic>
        <p:nvPicPr>
          <p:cNvPr id="142" name="Google Shape;142;p30"/>
          <p:cNvPicPr preferRelativeResize="0"/>
          <p:nvPr/>
        </p:nvPicPr>
        <p:blipFill>
          <a:blip r:embed="rId4">
            <a:alphaModFix/>
          </a:blip>
          <a:stretch>
            <a:fillRect/>
          </a:stretch>
        </p:blipFill>
        <p:spPr>
          <a:xfrm>
            <a:off x="440750" y="3164300"/>
            <a:ext cx="2376300" cy="822566"/>
          </a:xfrm>
          <a:prstGeom prst="rect">
            <a:avLst/>
          </a:prstGeom>
          <a:noFill/>
          <a:ln>
            <a:noFill/>
          </a:ln>
        </p:spPr>
      </p:pic>
      <p:sp>
        <p:nvSpPr>
          <p:cNvPr id="143" name="Google Shape;143;p30"/>
          <p:cNvSpPr txBox="1"/>
          <p:nvPr/>
        </p:nvSpPr>
        <p:spPr>
          <a:xfrm>
            <a:off x="3762100" y="4137525"/>
            <a:ext cx="2235900" cy="32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595959"/>
                </a:solidFill>
              </a:rPr>
              <a:t>Modularized Block</a:t>
            </a:r>
            <a:endParaRPr sz="1000">
              <a:solidFill>
                <a:srgbClr val="595959"/>
              </a:solidFill>
            </a:endParaRPr>
          </a:p>
        </p:txBody>
      </p:sp>
      <p:sp>
        <p:nvSpPr>
          <p:cNvPr id="144" name="Google Shape;144;p30"/>
          <p:cNvSpPr txBox="1"/>
          <p:nvPr/>
        </p:nvSpPr>
        <p:spPr>
          <a:xfrm>
            <a:off x="322850" y="4064675"/>
            <a:ext cx="1042800" cy="32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595959"/>
                </a:solidFill>
              </a:rPr>
              <a:t>Residual Unit</a:t>
            </a:r>
            <a:endParaRPr sz="1000">
              <a:solidFill>
                <a:srgbClr val="595959"/>
              </a:solidFill>
            </a:endParaRPr>
          </a:p>
        </p:txBody>
      </p:sp>
      <p:sp>
        <p:nvSpPr>
          <p:cNvPr id="145" name="Google Shape;145;p30"/>
          <p:cNvSpPr txBox="1"/>
          <p:nvPr/>
        </p:nvSpPr>
        <p:spPr>
          <a:xfrm>
            <a:off x="1846850" y="4064675"/>
            <a:ext cx="1042800" cy="21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595959"/>
                </a:solidFill>
              </a:rPr>
              <a:t>Bottleneck</a:t>
            </a:r>
            <a:endParaRPr sz="1000">
              <a:solidFill>
                <a:srgbClr val="595959"/>
              </a:solidFill>
            </a:endParaRPr>
          </a:p>
        </p:txBody>
      </p:sp>
      <p:sp>
        <p:nvSpPr>
          <p:cNvPr id="146" name="Google Shape;146;p30"/>
          <p:cNvSpPr txBox="1"/>
          <p:nvPr/>
        </p:nvSpPr>
        <p:spPr>
          <a:xfrm>
            <a:off x="6097050" y="3307300"/>
            <a:ext cx="2665200" cy="60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595959"/>
                </a:solidFill>
              </a:rPr>
              <a:t>Each residual unit is implemented as a preactivated unit.</a:t>
            </a:r>
            <a:endParaRPr sz="1100">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1"/>
          <p:cNvSpPr txBox="1">
            <a:spLocks noGrp="1"/>
          </p:cNvSpPr>
          <p:nvPr>
            <p:ph type="title"/>
          </p:nvPr>
        </p:nvSpPr>
        <p:spPr>
          <a:xfrm>
            <a:off x="311700" y="445025"/>
            <a:ext cx="8520600" cy="5727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HRSNet</a:t>
            </a:r>
            <a:endParaRPr/>
          </a:p>
        </p:txBody>
      </p:sp>
      <p:sp>
        <p:nvSpPr>
          <p:cNvPr id="152" name="Google Shape;152;p31"/>
          <p:cNvSpPr txBox="1">
            <a:spLocks noGrp="1"/>
          </p:cNvSpPr>
          <p:nvPr>
            <p:ph type="body" idx="1"/>
          </p:nvPr>
        </p:nvSpPr>
        <p:spPr>
          <a:xfrm>
            <a:off x="311700" y="1175975"/>
            <a:ext cx="8520600" cy="3416400"/>
          </a:xfrm>
          <a:prstGeom prst="rect">
            <a:avLst/>
          </a:prstGeom>
        </p:spPr>
        <p:txBody>
          <a:bodyPr spcFirstLastPara="1" wrap="square" lIns="68575" tIns="34275" rIns="68575" bIns="34275" anchor="t" anchorCtr="0">
            <a:noAutofit/>
          </a:bodyPr>
          <a:lstStyle/>
          <a:p>
            <a:pPr marL="457200" lvl="0" indent="-381000" algn="l" rtl="0">
              <a:spcBef>
                <a:spcPts val="480"/>
              </a:spcBef>
              <a:spcAft>
                <a:spcPts val="0"/>
              </a:spcAft>
              <a:buSzPts val="2400"/>
              <a:buChar char="•"/>
            </a:pPr>
            <a:r>
              <a:rPr lang="en" sz="1700"/>
              <a:t>Stages 2,3,4 each have 4 modularized blocks.</a:t>
            </a:r>
            <a:endParaRPr sz="1700"/>
          </a:p>
          <a:p>
            <a:pPr marL="457200" lvl="0" indent="-381000" algn="l" rtl="0">
              <a:spcBef>
                <a:spcPts val="0"/>
              </a:spcBef>
              <a:spcAft>
                <a:spcPts val="0"/>
              </a:spcAft>
              <a:buSzPts val="2400"/>
              <a:buChar char="•"/>
            </a:pPr>
            <a:r>
              <a:rPr lang="en" sz="1700"/>
              <a:t>Each stage is modelled as a residual unit with inputs combined with the outputs.</a:t>
            </a:r>
            <a:endParaRPr sz="1700"/>
          </a:p>
        </p:txBody>
      </p:sp>
      <p:pic>
        <p:nvPicPr>
          <p:cNvPr id="153" name="Google Shape;153;p31"/>
          <p:cNvPicPr preferRelativeResize="0"/>
          <p:nvPr/>
        </p:nvPicPr>
        <p:blipFill>
          <a:blip r:embed="rId3">
            <a:alphaModFix/>
          </a:blip>
          <a:stretch>
            <a:fillRect/>
          </a:stretch>
        </p:blipFill>
        <p:spPr>
          <a:xfrm>
            <a:off x="2150898" y="2571750"/>
            <a:ext cx="3696450" cy="2110025"/>
          </a:xfrm>
          <a:prstGeom prst="rect">
            <a:avLst/>
          </a:prstGeom>
          <a:noFill/>
          <a:ln>
            <a:noFill/>
          </a:ln>
        </p:spPr>
      </p:pic>
      <p:cxnSp>
        <p:nvCxnSpPr>
          <p:cNvPr id="154" name="Google Shape;154;p31"/>
          <p:cNvCxnSpPr/>
          <p:nvPr/>
        </p:nvCxnSpPr>
        <p:spPr>
          <a:xfrm rot="10800000">
            <a:off x="2207800" y="2422400"/>
            <a:ext cx="0" cy="551400"/>
          </a:xfrm>
          <a:prstGeom prst="straightConnector1">
            <a:avLst/>
          </a:prstGeom>
          <a:noFill/>
          <a:ln w="9525" cap="flat" cmpd="sng">
            <a:solidFill>
              <a:schemeClr val="dk2"/>
            </a:solidFill>
            <a:prstDash val="solid"/>
            <a:round/>
            <a:headEnd type="none" w="med" len="med"/>
            <a:tailEnd type="none" w="med" len="med"/>
          </a:ln>
        </p:spPr>
      </p:cxnSp>
      <p:cxnSp>
        <p:nvCxnSpPr>
          <p:cNvPr id="155" name="Google Shape;155;p31"/>
          <p:cNvCxnSpPr/>
          <p:nvPr/>
        </p:nvCxnSpPr>
        <p:spPr>
          <a:xfrm>
            <a:off x="2209100" y="2421050"/>
            <a:ext cx="1953900" cy="5400"/>
          </a:xfrm>
          <a:prstGeom prst="straightConnector1">
            <a:avLst/>
          </a:prstGeom>
          <a:noFill/>
          <a:ln w="9525" cap="flat" cmpd="sng">
            <a:solidFill>
              <a:schemeClr val="dk2"/>
            </a:solidFill>
            <a:prstDash val="solid"/>
            <a:round/>
            <a:headEnd type="none" w="med" len="med"/>
            <a:tailEnd type="none" w="med" len="med"/>
          </a:ln>
        </p:spPr>
      </p:cxnSp>
      <p:cxnSp>
        <p:nvCxnSpPr>
          <p:cNvPr id="156" name="Google Shape;156;p31"/>
          <p:cNvCxnSpPr/>
          <p:nvPr/>
        </p:nvCxnSpPr>
        <p:spPr>
          <a:xfrm>
            <a:off x="4165625" y="2430025"/>
            <a:ext cx="1800" cy="559500"/>
          </a:xfrm>
          <a:prstGeom prst="straightConnector1">
            <a:avLst/>
          </a:prstGeom>
          <a:noFill/>
          <a:ln w="9525" cap="flat" cmpd="sng">
            <a:solidFill>
              <a:schemeClr val="dk2"/>
            </a:solidFill>
            <a:prstDash val="solid"/>
            <a:round/>
            <a:headEnd type="none" w="med" len="med"/>
            <a:tailEnd type="none" w="med" len="med"/>
          </a:ln>
        </p:spPr>
      </p:cxnSp>
      <p:cxnSp>
        <p:nvCxnSpPr>
          <p:cNvPr id="157" name="Google Shape;157;p31"/>
          <p:cNvCxnSpPr/>
          <p:nvPr/>
        </p:nvCxnSpPr>
        <p:spPr>
          <a:xfrm>
            <a:off x="2193575" y="3748000"/>
            <a:ext cx="5700" cy="620100"/>
          </a:xfrm>
          <a:prstGeom prst="straightConnector1">
            <a:avLst/>
          </a:prstGeom>
          <a:noFill/>
          <a:ln w="9525" cap="flat" cmpd="sng">
            <a:solidFill>
              <a:schemeClr val="dk2"/>
            </a:solidFill>
            <a:prstDash val="solid"/>
            <a:round/>
            <a:headEnd type="none" w="med" len="med"/>
            <a:tailEnd type="none" w="med" len="med"/>
          </a:ln>
        </p:spPr>
      </p:cxnSp>
      <p:cxnSp>
        <p:nvCxnSpPr>
          <p:cNvPr id="158" name="Google Shape;158;p31"/>
          <p:cNvCxnSpPr/>
          <p:nvPr/>
        </p:nvCxnSpPr>
        <p:spPr>
          <a:xfrm>
            <a:off x="2204850" y="4367975"/>
            <a:ext cx="1961400" cy="5700"/>
          </a:xfrm>
          <a:prstGeom prst="straightConnector1">
            <a:avLst/>
          </a:prstGeom>
          <a:noFill/>
          <a:ln w="9525" cap="flat" cmpd="sng">
            <a:solidFill>
              <a:schemeClr val="dk2"/>
            </a:solidFill>
            <a:prstDash val="solid"/>
            <a:round/>
            <a:headEnd type="none" w="med" len="med"/>
            <a:tailEnd type="none" w="med" len="med"/>
          </a:ln>
        </p:spPr>
      </p:cxnSp>
      <p:cxnSp>
        <p:nvCxnSpPr>
          <p:cNvPr id="159" name="Google Shape;159;p31"/>
          <p:cNvCxnSpPr/>
          <p:nvPr/>
        </p:nvCxnSpPr>
        <p:spPr>
          <a:xfrm rot="10800000">
            <a:off x="4160575" y="3736650"/>
            <a:ext cx="0" cy="6426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32" title="Points scored"/>
          <p:cNvPicPr preferRelativeResize="0"/>
          <p:nvPr/>
        </p:nvPicPr>
        <p:blipFill>
          <a:blip r:embed="rId3">
            <a:alphaModFix/>
          </a:blip>
          <a:stretch>
            <a:fillRect/>
          </a:stretch>
        </p:blipFill>
        <p:spPr>
          <a:xfrm>
            <a:off x="1700350" y="1093925"/>
            <a:ext cx="5971212" cy="3692175"/>
          </a:xfrm>
          <a:prstGeom prst="rect">
            <a:avLst/>
          </a:prstGeom>
          <a:noFill/>
          <a:ln w="9525" cap="flat" cmpd="sng">
            <a:solidFill>
              <a:schemeClr val="dk2"/>
            </a:solidFill>
            <a:prstDash val="solid"/>
            <a:round/>
            <a:headEnd type="none" w="sm" len="sm"/>
            <a:tailEnd type="none" w="sm" len="sm"/>
          </a:ln>
        </p:spPr>
      </p:pic>
      <p:sp>
        <p:nvSpPr>
          <p:cNvPr id="165" name="Google Shape;165;p32"/>
          <p:cNvSpPr txBox="1">
            <a:spLocks noGrp="1"/>
          </p:cNvSpPr>
          <p:nvPr>
            <p:ph type="title"/>
          </p:nvPr>
        </p:nvSpPr>
        <p:spPr>
          <a:xfrm>
            <a:off x="311700" y="445025"/>
            <a:ext cx="8520600" cy="5727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Effect of Parameter - 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3"/>
          <p:cNvSpPr txBox="1">
            <a:spLocks noGrp="1"/>
          </p:cNvSpPr>
          <p:nvPr>
            <p:ph type="title"/>
          </p:nvPr>
        </p:nvSpPr>
        <p:spPr>
          <a:xfrm>
            <a:off x="311700" y="445025"/>
            <a:ext cx="8520600" cy="5727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solidFill>
                  <a:schemeClr val="accent1"/>
                </a:solidFill>
              </a:rPr>
              <a:t>Quantitative </a:t>
            </a:r>
            <a:r>
              <a:rPr lang="en"/>
              <a:t>Results</a:t>
            </a:r>
            <a:endParaRPr/>
          </a:p>
        </p:txBody>
      </p:sp>
      <p:sp>
        <p:nvSpPr>
          <p:cNvPr id="171" name="Google Shape;171;p33"/>
          <p:cNvSpPr txBox="1">
            <a:spLocks noGrp="1"/>
          </p:cNvSpPr>
          <p:nvPr>
            <p:ph type="body" idx="1"/>
          </p:nvPr>
        </p:nvSpPr>
        <p:spPr>
          <a:xfrm>
            <a:off x="0" y="1211400"/>
            <a:ext cx="4166400" cy="2720700"/>
          </a:xfrm>
          <a:prstGeom prst="rect">
            <a:avLst/>
          </a:prstGeom>
        </p:spPr>
        <p:txBody>
          <a:bodyPr spcFirstLastPara="1" wrap="square" lIns="68575" tIns="34275" rIns="68575" bIns="34275" anchor="ctr" anchorCtr="0">
            <a:noAutofit/>
          </a:bodyPr>
          <a:lstStyle/>
          <a:p>
            <a:pPr marL="0" marR="0" lvl="0" indent="457200" algn="just" rtl="0">
              <a:lnSpc>
                <a:spcPct val="115000"/>
              </a:lnSpc>
              <a:spcBef>
                <a:spcPts val="480"/>
              </a:spcBef>
              <a:spcAft>
                <a:spcPts val="0"/>
              </a:spcAft>
              <a:buNone/>
            </a:pPr>
            <a:r>
              <a:rPr lang="en" sz="1700" b="1"/>
              <a:t>Configuration</a:t>
            </a:r>
            <a:endParaRPr sz="1700" b="1"/>
          </a:p>
          <a:p>
            <a:pPr marL="457200" marR="0" lvl="0" indent="-336550" algn="just" rtl="0">
              <a:lnSpc>
                <a:spcPct val="115000"/>
              </a:lnSpc>
              <a:spcBef>
                <a:spcPts val="480"/>
              </a:spcBef>
              <a:spcAft>
                <a:spcPts val="0"/>
              </a:spcAft>
              <a:buSzPts val="1700"/>
              <a:buChar char="-"/>
            </a:pPr>
            <a:r>
              <a:rPr lang="en" sz="1700"/>
              <a:t>Optimizer Adam (over SGD)</a:t>
            </a:r>
            <a:endParaRPr sz="1700"/>
          </a:p>
          <a:p>
            <a:pPr marL="457200" marR="0" lvl="0" indent="-336550" algn="just" rtl="0">
              <a:lnSpc>
                <a:spcPct val="115000"/>
              </a:lnSpc>
              <a:spcBef>
                <a:spcPts val="0"/>
              </a:spcBef>
              <a:spcAft>
                <a:spcPts val="0"/>
              </a:spcAft>
              <a:buSzPts val="1700"/>
              <a:buChar char="-"/>
            </a:pPr>
            <a:r>
              <a:rPr lang="en" sz="1700"/>
              <a:t>C=2,18, 30</a:t>
            </a:r>
            <a:endParaRPr sz="1700"/>
          </a:p>
          <a:p>
            <a:pPr marL="457200" marR="0" lvl="0" indent="-336550" algn="just" rtl="0">
              <a:lnSpc>
                <a:spcPct val="115000"/>
              </a:lnSpc>
              <a:spcBef>
                <a:spcPts val="0"/>
              </a:spcBef>
              <a:spcAft>
                <a:spcPts val="0"/>
              </a:spcAft>
              <a:buSzPts val="1700"/>
              <a:buChar char="-"/>
            </a:pPr>
            <a:r>
              <a:rPr lang="en" sz="1700"/>
              <a:t>Learning rate 0.005</a:t>
            </a:r>
            <a:endParaRPr sz="1700"/>
          </a:p>
          <a:p>
            <a:pPr marL="457200" marR="0" lvl="0" indent="-336550" algn="just" rtl="0">
              <a:lnSpc>
                <a:spcPct val="115000"/>
              </a:lnSpc>
              <a:spcBef>
                <a:spcPts val="0"/>
              </a:spcBef>
              <a:spcAft>
                <a:spcPts val="0"/>
              </a:spcAft>
              <a:buSzPts val="1700"/>
              <a:buChar char="-"/>
            </a:pPr>
            <a:r>
              <a:rPr lang="en" sz="1700"/>
              <a:t>Momentum = 0.9</a:t>
            </a:r>
            <a:endParaRPr sz="1700"/>
          </a:p>
          <a:p>
            <a:pPr marL="457200" marR="0" lvl="0" indent="-336550" algn="just" rtl="0">
              <a:lnSpc>
                <a:spcPct val="115000"/>
              </a:lnSpc>
              <a:spcBef>
                <a:spcPts val="0"/>
              </a:spcBef>
              <a:spcAft>
                <a:spcPts val="0"/>
              </a:spcAft>
              <a:buSzPts val="1700"/>
              <a:buChar char="-"/>
            </a:pPr>
            <a:r>
              <a:rPr lang="en" sz="1700"/>
              <a:t>Patience=2 </a:t>
            </a:r>
            <a:endParaRPr sz="1700"/>
          </a:p>
          <a:p>
            <a:pPr marL="457200" marR="0" lvl="0" indent="-336550" algn="just" rtl="0">
              <a:lnSpc>
                <a:spcPct val="115000"/>
              </a:lnSpc>
              <a:spcBef>
                <a:spcPts val="0"/>
              </a:spcBef>
              <a:spcAft>
                <a:spcPts val="0"/>
              </a:spcAft>
              <a:buSzPts val="1700"/>
              <a:buChar char="-"/>
            </a:pPr>
            <a:r>
              <a:rPr lang="en" sz="1700"/>
              <a:t>Image size 224*224</a:t>
            </a:r>
            <a:endParaRPr sz="1700"/>
          </a:p>
          <a:p>
            <a:pPr marL="457200" marR="0" lvl="0" indent="-336550" algn="just" rtl="0">
              <a:lnSpc>
                <a:spcPct val="115000"/>
              </a:lnSpc>
              <a:spcBef>
                <a:spcPts val="0"/>
              </a:spcBef>
              <a:spcAft>
                <a:spcPts val="0"/>
              </a:spcAft>
              <a:buSzPts val="1700"/>
              <a:buChar char="-"/>
            </a:pPr>
            <a:r>
              <a:rPr lang="en" sz="1700"/>
              <a:t>Epochs ~10</a:t>
            </a:r>
            <a:endParaRPr sz="1400">
              <a:solidFill>
                <a:schemeClr val="dk1"/>
              </a:solidFill>
            </a:endParaRPr>
          </a:p>
          <a:p>
            <a:pPr marL="0" lvl="0" indent="0" algn="l" rtl="0">
              <a:spcBef>
                <a:spcPts val="0"/>
              </a:spcBef>
              <a:spcAft>
                <a:spcPts val="0"/>
              </a:spcAft>
              <a:buNone/>
            </a:pPr>
            <a:endParaRPr/>
          </a:p>
        </p:txBody>
      </p:sp>
      <p:pic>
        <p:nvPicPr>
          <p:cNvPr id="172" name="Google Shape;172;p33" title="Chart"/>
          <p:cNvPicPr preferRelativeResize="0"/>
          <p:nvPr/>
        </p:nvPicPr>
        <p:blipFill>
          <a:blip r:embed="rId3">
            <a:alphaModFix/>
          </a:blip>
          <a:stretch>
            <a:fillRect/>
          </a:stretch>
        </p:blipFill>
        <p:spPr>
          <a:xfrm>
            <a:off x="3263825" y="1017725"/>
            <a:ext cx="5880183" cy="36359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4"/>
          <p:cNvSpPr txBox="1">
            <a:spLocks noGrp="1"/>
          </p:cNvSpPr>
          <p:nvPr>
            <p:ph type="title"/>
          </p:nvPr>
        </p:nvSpPr>
        <p:spPr>
          <a:xfrm>
            <a:off x="311700" y="445025"/>
            <a:ext cx="8520600" cy="5727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solidFill>
                  <a:schemeClr val="accent1"/>
                </a:solidFill>
              </a:rPr>
              <a:t>Qualitative</a:t>
            </a:r>
            <a:r>
              <a:rPr lang="en"/>
              <a:t> Results</a:t>
            </a:r>
            <a:endParaRPr/>
          </a:p>
        </p:txBody>
      </p:sp>
      <p:sp>
        <p:nvSpPr>
          <p:cNvPr id="178" name="Google Shape;178;p34"/>
          <p:cNvSpPr/>
          <p:nvPr/>
        </p:nvSpPr>
        <p:spPr>
          <a:xfrm>
            <a:off x="460250" y="1077550"/>
            <a:ext cx="3963000" cy="3471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212121"/>
                </a:solidFill>
                <a:highlight>
                  <a:srgbClr val="FFFFFF"/>
                </a:highlight>
              </a:rPr>
              <a:t>Classes with </a:t>
            </a:r>
            <a:r>
              <a:rPr lang="en" sz="1200" b="1">
                <a:solidFill>
                  <a:srgbClr val="212121"/>
                </a:solidFill>
                <a:highlight>
                  <a:srgbClr val="FFFFFF"/>
                </a:highlight>
              </a:rPr>
              <a:t>highest </a:t>
            </a:r>
            <a:r>
              <a:rPr lang="en" sz="1200">
                <a:solidFill>
                  <a:srgbClr val="212121"/>
                </a:solidFill>
                <a:highlight>
                  <a:srgbClr val="FFFFFF"/>
                </a:highlight>
              </a:rPr>
              <a:t>accuracy:</a:t>
            </a:r>
            <a:endParaRPr sz="1200">
              <a:solidFill>
                <a:srgbClr val="212121"/>
              </a:solidFill>
              <a:highlight>
                <a:srgbClr val="FFFFFF"/>
              </a:highlight>
            </a:endParaRPr>
          </a:p>
          <a:p>
            <a:pPr marL="0" lvl="0" indent="0" algn="l" rtl="0">
              <a:spcBef>
                <a:spcPts val="0"/>
              </a:spcBef>
              <a:spcAft>
                <a:spcPts val="0"/>
              </a:spcAft>
              <a:buNone/>
            </a:pPr>
            <a:endParaRPr sz="1050">
              <a:solidFill>
                <a:srgbClr val="212121"/>
              </a:solidFill>
              <a:highlight>
                <a:srgbClr val="FFFFFF"/>
              </a:highlight>
            </a:endParaRPr>
          </a:p>
          <a:p>
            <a:pPr marL="0" lvl="0" indent="0" algn="l" rtl="0">
              <a:spcBef>
                <a:spcPts val="0"/>
              </a:spcBef>
              <a:spcAft>
                <a:spcPts val="0"/>
              </a:spcAft>
              <a:buNone/>
            </a:pPr>
            <a:endParaRPr sz="1050">
              <a:solidFill>
                <a:srgbClr val="212121"/>
              </a:solidFill>
              <a:highlight>
                <a:srgbClr val="FFFFFF"/>
              </a:highlight>
            </a:endParaRPr>
          </a:p>
          <a:p>
            <a:pPr marL="0" lvl="0" indent="0" algn="l" rtl="0">
              <a:spcBef>
                <a:spcPts val="0"/>
              </a:spcBef>
              <a:spcAft>
                <a:spcPts val="0"/>
              </a:spcAft>
              <a:buNone/>
            </a:pPr>
            <a:endParaRPr sz="1050">
              <a:solidFill>
                <a:srgbClr val="212121"/>
              </a:solidFill>
              <a:highlight>
                <a:srgbClr val="FFFFFF"/>
              </a:highlight>
            </a:endParaRPr>
          </a:p>
        </p:txBody>
      </p:sp>
      <p:sp>
        <p:nvSpPr>
          <p:cNvPr id="179" name="Google Shape;179;p34"/>
          <p:cNvSpPr/>
          <p:nvPr/>
        </p:nvSpPr>
        <p:spPr>
          <a:xfrm>
            <a:off x="4781650" y="1094001"/>
            <a:ext cx="3902100" cy="3471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212121"/>
                </a:solidFill>
                <a:highlight>
                  <a:srgbClr val="FFFFFF"/>
                </a:highlight>
              </a:rPr>
              <a:t>Classes with </a:t>
            </a:r>
            <a:r>
              <a:rPr lang="en" sz="1200" b="1">
                <a:solidFill>
                  <a:srgbClr val="212121"/>
                </a:solidFill>
                <a:highlight>
                  <a:srgbClr val="FFFFFF"/>
                </a:highlight>
              </a:rPr>
              <a:t>least </a:t>
            </a:r>
            <a:r>
              <a:rPr lang="en" sz="1200">
                <a:solidFill>
                  <a:srgbClr val="212121"/>
                </a:solidFill>
                <a:highlight>
                  <a:srgbClr val="FFFFFF"/>
                </a:highlight>
              </a:rPr>
              <a:t>accuracy:</a:t>
            </a:r>
            <a:endParaRPr sz="1200">
              <a:solidFill>
                <a:srgbClr val="212121"/>
              </a:solidFill>
              <a:highlight>
                <a:srgbClr val="FFFFFF"/>
              </a:highlight>
            </a:endParaRPr>
          </a:p>
          <a:p>
            <a:pPr marL="0" lvl="0" indent="0" algn="l" rtl="0">
              <a:spcBef>
                <a:spcPts val="0"/>
              </a:spcBef>
              <a:spcAft>
                <a:spcPts val="0"/>
              </a:spcAft>
              <a:buNone/>
            </a:pPr>
            <a:endParaRPr sz="1050">
              <a:solidFill>
                <a:srgbClr val="212121"/>
              </a:solidFill>
              <a:highlight>
                <a:srgbClr val="FFFFFF"/>
              </a:highlight>
            </a:endParaRPr>
          </a:p>
          <a:p>
            <a:pPr marL="0" lvl="0" indent="0" algn="l" rtl="0">
              <a:spcBef>
                <a:spcPts val="0"/>
              </a:spcBef>
              <a:spcAft>
                <a:spcPts val="0"/>
              </a:spcAft>
              <a:buNone/>
            </a:pPr>
            <a:endParaRPr/>
          </a:p>
        </p:txBody>
      </p:sp>
      <p:pic>
        <p:nvPicPr>
          <p:cNvPr id="180" name="Google Shape;180;p34"/>
          <p:cNvPicPr preferRelativeResize="0"/>
          <p:nvPr/>
        </p:nvPicPr>
        <p:blipFill>
          <a:blip r:embed="rId3">
            <a:alphaModFix/>
          </a:blip>
          <a:stretch>
            <a:fillRect/>
          </a:stretch>
        </p:blipFill>
        <p:spPr>
          <a:xfrm>
            <a:off x="540597" y="1437871"/>
            <a:ext cx="3802353" cy="1442291"/>
          </a:xfrm>
          <a:prstGeom prst="rect">
            <a:avLst/>
          </a:prstGeom>
          <a:noFill/>
          <a:ln>
            <a:noFill/>
          </a:ln>
        </p:spPr>
      </p:pic>
      <p:pic>
        <p:nvPicPr>
          <p:cNvPr id="181" name="Google Shape;181;p34"/>
          <p:cNvPicPr preferRelativeResize="0"/>
          <p:nvPr/>
        </p:nvPicPr>
        <p:blipFill>
          <a:blip r:embed="rId4">
            <a:alphaModFix/>
          </a:blip>
          <a:stretch>
            <a:fillRect/>
          </a:stretch>
        </p:blipFill>
        <p:spPr>
          <a:xfrm>
            <a:off x="507821" y="3047226"/>
            <a:ext cx="3839411" cy="1424700"/>
          </a:xfrm>
          <a:prstGeom prst="rect">
            <a:avLst/>
          </a:prstGeom>
          <a:noFill/>
          <a:ln>
            <a:noFill/>
          </a:ln>
        </p:spPr>
      </p:pic>
      <p:pic>
        <p:nvPicPr>
          <p:cNvPr id="182" name="Google Shape;182;p34"/>
          <p:cNvPicPr preferRelativeResize="0"/>
          <p:nvPr/>
        </p:nvPicPr>
        <p:blipFill>
          <a:blip r:embed="rId5">
            <a:alphaModFix/>
          </a:blip>
          <a:stretch>
            <a:fillRect/>
          </a:stretch>
        </p:blipFill>
        <p:spPr>
          <a:xfrm>
            <a:off x="4900981" y="2993030"/>
            <a:ext cx="3663563" cy="1442291"/>
          </a:xfrm>
          <a:prstGeom prst="rect">
            <a:avLst/>
          </a:prstGeom>
          <a:noFill/>
          <a:ln>
            <a:noFill/>
          </a:ln>
        </p:spPr>
      </p:pic>
      <p:pic>
        <p:nvPicPr>
          <p:cNvPr id="183" name="Google Shape;183;p34"/>
          <p:cNvPicPr preferRelativeResize="0"/>
          <p:nvPr/>
        </p:nvPicPr>
        <p:blipFill>
          <a:blip r:embed="rId6">
            <a:alphaModFix/>
          </a:blip>
          <a:stretch>
            <a:fillRect/>
          </a:stretch>
        </p:blipFill>
        <p:spPr>
          <a:xfrm>
            <a:off x="4900844" y="1398339"/>
            <a:ext cx="3663816" cy="144229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5"/>
          <p:cNvSpPr txBox="1">
            <a:spLocks noGrp="1"/>
          </p:cNvSpPr>
          <p:nvPr>
            <p:ph type="title"/>
          </p:nvPr>
        </p:nvSpPr>
        <p:spPr>
          <a:xfrm>
            <a:off x="311700" y="445025"/>
            <a:ext cx="8520600" cy="5727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Future Work</a:t>
            </a:r>
            <a:endParaRPr/>
          </a:p>
        </p:txBody>
      </p:sp>
      <p:sp>
        <p:nvSpPr>
          <p:cNvPr id="189" name="Google Shape;189;p35"/>
          <p:cNvSpPr txBox="1">
            <a:spLocks noGrp="1"/>
          </p:cNvSpPr>
          <p:nvPr>
            <p:ph type="body" idx="1"/>
          </p:nvPr>
        </p:nvSpPr>
        <p:spPr>
          <a:xfrm>
            <a:off x="311700" y="1235775"/>
            <a:ext cx="8286600" cy="2999100"/>
          </a:xfrm>
          <a:prstGeom prst="rect">
            <a:avLst/>
          </a:prstGeom>
        </p:spPr>
        <p:txBody>
          <a:bodyPr spcFirstLastPara="1" wrap="square" lIns="68575" tIns="34275" rIns="68575" bIns="34275" anchor="t" anchorCtr="0">
            <a:noAutofit/>
          </a:bodyPr>
          <a:lstStyle/>
          <a:p>
            <a:pPr marL="457200" lvl="0" indent="-336550" algn="just" rtl="0">
              <a:lnSpc>
                <a:spcPct val="150000"/>
              </a:lnSpc>
              <a:spcBef>
                <a:spcPts val="480"/>
              </a:spcBef>
              <a:spcAft>
                <a:spcPts val="0"/>
              </a:spcAft>
              <a:buSzPts val="1700"/>
              <a:buChar char="-"/>
            </a:pPr>
            <a:r>
              <a:rPr lang="en" sz="1700"/>
              <a:t>Experimenting with different parameters to get better results.</a:t>
            </a:r>
            <a:endParaRPr sz="1700"/>
          </a:p>
          <a:p>
            <a:pPr marL="457200" lvl="0" indent="-336550" algn="just" rtl="0">
              <a:lnSpc>
                <a:spcPct val="150000"/>
              </a:lnSpc>
              <a:spcBef>
                <a:spcPts val="0"/>
              </a:spcBef>
              <a:spcAft>
                <a:spcPts val="0"/>
              </a:spcAft>
              <a:buSzPts val="1700"/>
              <a:buChar char="-"/>
            </a:pPr>
            <a:r>
              <a:rPr lang="en" sz="1700"/>
              <a:t>Benchmarking performance for different datasets.</a:t>
            </a:r>
            <a:endParaRPr sz="1700"/>
          </a:p>
          <a:p>
            <a:pPr marL="457200" lvl="0" indent="-336550" algn="just" rtl="0">
              <a:lnSpc>
                <a:spcPct val="150000"/>
              </a:lnSpc>
              <a:spcBef>
                <a:spcPts val="0"/>
              </a:spcBef>
              <a:spcAft>
                <a:spcPts val="0"/>
              </a:spcAft>
              <a:buSzPts val="1700"/>
              <a:buChar char="-"/>
            </a:pPr>
            <a:r>
              <a:rPr lang="en" sz="1700"/>
              <a:t>Extend our method to other computer vision tasks.</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6"/>
          <p:cNvSpPr txBox="1">
            <a:spLocks noGrp="1"/>
          </p:cNvSpPr>
          <p:nvPr>
            <p:ph type="ctrTitle"/>
          </p:nvPr>
        </p:nvSpPr>
        <p:spPr>
          <a:xfrm>
            <a:off x="311700" y="1473975"/>
            <a:ext cx="8520600" cy="1301100"/>
          </a:xfrm>
          <a:prstGeom prst="rect">
            <a:avLst/>
          </a:prstGeom>
        </p:spPr>
        <p:txBody>
          <a:bodyPr spcFirstLastPara="1" wrap="square" lIns="68575" tIns="68575" rIns="68575" bIns="68575" anchor="ctr" anchorCtr="0">
            <a:noAutofit/>
          </a:bodyPr>
          <a:lstStyle/>
          <a:p>
            <a:pPr marL="0" lvl="0" indent="0" algn="ctr" rtl="0">
              <a:spcBef>
                <a:spcPts val="0"/>
              </a:spcBef>
              <a:spcAft>
                <a:spcPts val="0"/>
              </a:spcAft>
              <a:buNone/>
            </a:pPr>
            <a:r>
              <a:rPr lang="en" sz="3300">
                <a:solidFill>
                  <a:schemeClr val="accent1"/>
                </a:solidFill>
              </a:rPr>
              <a:t>Questions?</a:t>
            </a:r>
            <a:endParaRPr sz="30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VP-regents-PowerPoint-HD-3">
  <a:themeElements>
    <a:clrScheme name="Custom 1">
      <a:dk1>
        <a:srgbClr val="000000"/>
      </a:dk1>
      <a:lt1>
        <a:srgbClr val="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543</Words>
  <Application>Microsoft Office PowerPoint</Application>
  <PresentationFormat>On-screen Show (16:9)</PresentationFormat>
  <Paragraphs>72</Paragraphs>
  <Slides>10</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Arial</vt:lpstr>
      <vt:lpstr>Times New Roman</vt:lpstr>
      <vt:lpstr>Roboto</vt:lpstr>
      <vt:lpstr>Simple Light</vt:lpstr>
      <vt:lpstr>SVP-regents-PowerPoint-HD-3</vt:lpstr>
      <vt:lpstr>HRS Net: A Fusion model of HRNet and RESNet</vt:lpstr>
      <vt:lpstr>Problem Statement </vt:lpstr>
      <vt:lpstr>Dataset </vt:lpstr>
      <vt:lpstr>HRNet</vt:lpstr>
      <vt:lpstr>HRSNet</vt:lpstr>
      <vt:lpstr>Effect of Parameter - C</vt:lpstr>
      <vt:lpstr>Quantitative Results</vt:lpstr>
      <vt:lpstr>Qualitative Results</vt:lpstr>
      <vt:lpstr>Future Work</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S Autade</cp:lastModifiedBy>
  <cp:revision>1</cp:revision>
  <dcterms:modified xsi:type="dcterms:W3CDTF">2026-03-19T12:40:37Z</dcterms:modified>
</cp:coreProperties>
</file>